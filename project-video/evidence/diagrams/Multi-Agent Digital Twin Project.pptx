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Lst>
  <p:notesMasterIdLst>
    <p:notesMasterId r:id="rId7"/>
  </p:notesMasterIdLst>
  <p:sldIdLst>
    <p:sldId id="256" r:id="rId6"/>
    <p:sldId id="257" r:id="rId8"/>
    <p:sldId id="258" r:id="rId9"/>
    <p:sldId id="259" r:id="rId10"/>
    <p:sldId id="261" r:id="rId11"/>
    <p:sldId id="262" r:id="rId12"/>
    <p:sldId id="263" r:id="rId13"/>
  </p:sldIdLst>
  <p:sldSz cx="9144000" cy="5720080" type="screen16x1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424" userDrawn="1">
          <p15:clr>
            <a:srgbClr val="747775"/>
          </p15:clr>
        </p15:guide>
        <p15:guide id="2" pos="2151"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424"/>
        <p:guide pos="2151"/>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520349" y="512763"/>
            <a:ext cx="4103302"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520349" y="512763"/>
            <a:ext cx="4103302"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Hello everyone, today I'm excited to present our project on the Dual-layer Decoupled Topology, showcasing the evolution towards a Multi-Agent Digital Twin. This presentation will walk you through our journey from a single-point optimization model to a sophisticated, event-driven control system.</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520349" y="512763"/>
            <a:ext cx="4103302"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project is built on a dual-layer decoupled topology. The upper layer, developed in AnyLogic, handles the high-level simulation and logic. The lower layer, powered by ONNX and C++, executes the core AI models with high efficiency. These two layers communicate seamlessly via JNI. The core of our system consists of four specialized models: a DNN for trimming prediction, an LSTM for buffer congestion alerts, a QC model for quality classification, and a DQN for robotic routing.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520349" y="512763"/>
            <a:ext cx="4103302"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Our initial version, Version 1, relied on a single-point optimization approach using linear regression. While it worked for a specific task, it had significant limitations. The routing was rigid, the buffer behavior was unpredictable, and the quality check was static. This siloed approach couldn't adapt to the dynamic nature of the entire system, creating a clear bottleneck.</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520349" y="512763"/>
            <a:ext cx="4103302"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overcome the limitations of V1, we developed Version 2: a Multi-Agent Digital Twin. This version features four specialized AI models that work in harmony. As shown in the diagram, data flows seamlessly in a closed loop from the environment to the AI agents and back. This creates a self-optimizing system driven by real-time events, achieving what we call 'Seamless Event-Driven Control'.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520349" y="512763"/>
            <a:ext cx="4103302"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 conclusion, this project successfully demonstrated the power of a multi-agent digital twin. A key trade-off was the 5-hour limit of the AnyLogic PLE version, which restricted our end-to-end testing, so we focused on measuring the critical upstream components. For future work, we plan to upgrade to a cloud-based microservice architecture to handle even more extreme anomalies. Thank you for watching!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520349" y="512763"/>
            <a:ext cx="4103302"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 conclusion, this project successfully demonstrated the power of a multi-agent digital twin. A key trade-off was the 5-hour limit of the AnyLogic PLE version, which restricted our end-to-end testing, so we focused on measuring the critical upstream components. For future work, we plan to upgrade to a cloud-based microservice architecture to handle even more extreme anomalies. Thank you for watching!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520349" y="512763"/>
            <a:ext cx="4103302"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In conclusion, this project successfully demonstrated the power of a multi-agent digital twin. A key trade-off was the 5-hour limit of the AnyLogic PLE version, which restricted our end-to-end testing, so we focused on measuring the critical upstream components. For future work, we plan to upgrade to a cloud-based microservice architecture to handle even more extreme anomalies. Thank you for watching!</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857250" y="702139"/>
            <a:ext cx="5143500" cy="149366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3755"/>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857250" y="2253401"/>
            <a:ext cx="5143500" cy="1035829"/>
          </a:xfrm>
          <a:prstGeom prst="rect">
            <a:avLst/>
          </a:prstGeom>
          <a:noFill/>
          <a:ln>
            <a:noFill/>
          </a:ln>
        </p:spPr>
        <p:txBody>
          <a:bodyPr spcFirstLastPara="1" wrap="square" lIns="68575" tIns="34275" rIns="68575" bIns="34275" anchor="t" anchorCtr="0">
            <a:normAutofit/>
          </a:bodyPr>
          <a:lstStyle>
            <a:lvl1pPr lvl="0" algn="ctr">
              <a:lnSpc>
                <a:spcPct val="90000"/>
              </a:lnSpc>
              <a:spcBef>
                <a:spcPct val="134000"/>
              </a:spcBef>
              <a:spcAft>
                <a:spcPts val="0"/>
              </a:spcAft>
              <a:buClr>
                <a:schemeClr val="dk1"/>
              </a:buClr>
              <a:buSzPts val="1800"/>
              <a:buNone/>
              <a:defRPr sz="1500"/>
            </a:lvl1pPr>
            <a:lvl2pPr lvl="1" algn="ctr">
              <a:lnSpc>
                <a:spcPct val="90000"/>
              </a:lnSpc>
              <a:spcBef>
                <a:spcPct val="67000"/>
              </a:spcBef>
              <a:spcAft>
                <a:spcPts val="0"/>
              </a:spcAft>
              <a:buClr>
                <a:schemeClr val="dk1"/>
              </a:buClr>
              <a:buSzPts val="1500"/>
              <a:buNone/>
              <a:defRPr sz="1250"/>
            </a:lvl2pPr>
            <a:lvl3pPr lvl="2" algn="ctr">
              <a:lnSpc>
                <a:spcPct val="90000"/>
              </a:lnSpc>
              <a:spcBef>
                <a:spcPct val="67000"/>
              </a:spcBef>
              <a:spcAft>
                <a:spcPts val="0"/>
              </a:spcAft>
              <a:buClr>
                <a:schemeClr val="dk1"/>
              </a:buClr>
              <a:buSzPts val="1400"/>
              <a:buNone/>
              <a:defRPr sz="1170"/>
            </a:lvl3pPr>
            <a:lvl4pPr lvl="3" algn="ctr">
              <a:lnSpc>
                <a:spcPct val="90000"/>
              </a:lnSpc>
              <a:spcBef>
                <a:spcPct val="67000"/>
              </a:spcBef>
              <a:spcAft>
                <a:spcPts val="0"/>
              </a:spcAft>
              <a:buClr>
                <a:schemeClr val="dk1"/>
              </a:buClr>
              <a:buSzPts val="1200"/>
              <a:buNone/>
              <a:defRPr sz="1000"/>
            </a:lvl4pPr>
            <a:lvl5pPr lvl="4" algn="ctr">
              <a:lnSpc>
                <a:spcPct val="90000"/>
              </a:lnSpc>
              <a:spcBef>
                <a:spcPct val="67000"/>
              </a:spcBef>
              <a:spcAft>
                <a:spcPts val="0"/>
              </a:spcAft>
              <a:buClr>
                <a:schemeClr val="dk1"/>
              </a:buClr>
              <a:buSzPts val="1200"/>
              <a:buNone/>
              <a:defRPr sz="1000"/>
            </a:lvl5pPr>
            <a:lvl6pPr lvl="5" algn="ctr">
              <a:lnSpc>
                <a:spcPct val="90000"/>
              </a:lnSpc>
              <a:spcBef>
                <a:spcPct val="67000"/>
              </a:spcBef>
              <a:spcAft>
                <a:spcPts val="0"/>
              </a:spcAft>
              <a:buClr>
                <a:schemeClr val="dk1"/>
              </a:buClr>
              <a:buSzPts val="1200"/>
              <a:buNone/>
              <a:defRPr sz="1000"/>
            </a:lvl6pPr>
            <a:lvl7pPr lvl="6" algn="ctr">
              <a:lnSpc>
                <a:spcPct val="90000"/>
              </a:lnSpc>
              <a:spcBef>
                <a:spcPct val="67000"/>
              </a:spcBef>
              <a:spcAft>
                <a:spcPts val="0"/>
              </a:spcAft>
              <a:buClr>
                <a:schemeClr val="dk1"/>
              </a:buClr>
              <a:buSzPts val="1200"/>
              <a:buNone/>
              <a:defRPr sz="1000"/>
            </a:lvl7pPr>
            <a:lvl8pPr lvl="7" algn="ctr">
              <a:lnSpc>
                <a:spcPct val="90000"/>
              </a:lnSpc>
              <a:spcBef>
                <a:spcPct val="67000"/>
              </a:spcBef>
              <a:spcAft>
                <a:spcPts val="0"/>
              </a:spcAft>
              <a:buClr>
                <a:schemeClr val="dk1"/>
              </a:buClr>
              <a:buSzPts val="1200"/>
              <a:buNone/>
              <a:defRPr sz="1000"/>
            </a:lvl8pPr>
            <a:lvl9pPr lvl="8" algn="ctr">
              <a:lnSpc>
                <a:spcPct val="90000"/>
              </a:lnSpc>
              <a:spcBef>
                <a:spcPct val="67000"/>
              </a:spcBef>
              <a:spcAft>
                <a:spcPts val="0"/>
              </a:spcAft>
              <a:buClr>
                <a:schemeClr val="dk1"/>
              </a:buClr>
              <a:buSzPts val="1200"/>
              <a:buNone/>
              <a:defRPr sz="1000"/>
            </a:lvl9pPr>
          </a:lstStyle>
          <a:p/>
        </p:txBody>
      </p:sp>
      <p:sp>
        <p:nvSpPr>
          <p:cNvPr id="14" name="Shape 32"/>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471488" y="228419"/>
            <a:ext cx="5915025" cy="829259"/>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471488" y="1142094"/>
            <a:ext cx="5915025" cy="2722156"/>
          </a:xfrm>
          <a:prstGeom prst="rect">
            <a:avLst/>
          </a:prstGeom>
          <a:noFill/>
          <a:ln>
            <a:noFill/>
          </a:ln>
        </p:spPr>
        <p:txBody>
          <a:bodyPr spcFirstLastPara="1" wrap="square" lIns="68575" tIns="34275" rIns="68575" bIns="34275" anchor="t" anchorCtr="0">
            <a:normAutofit/>
          </a:bodyPr>
          <a:lstStyle>
            <a:lvl1pPr marL="381635" lvl="0" indent="-264795" algn="l">
              <a:lnSpc>
                <a:spcPct val="90000"/>
              </a:lnSpc>
              <a:spcBef>
                <a:spcPct val="134000"/>
              </a:spcBef>
              <a:spcAft>
                <a:spcPts val="0"/>
              </a:spcAft>
              <a:buClr>
                <a:schemeClr val="dk1"/>
              </a:buClr>
              <a:buSzPts val="1400"/>
              <a:buChar char="•"/>
              <a:defRPr/>
            </a:lvl1pPr>
            <a:lvl2pPr marL="762635" lvl="1" indent="-264795" algn="l">
              <a:lnSpc>
                <a:spcPct val="90000"/>
              </a:lnSpc>
              <a:spcBef>
                <a:spcPct val="67000"/>
              </a:spcBef>
              <a:spcAft>
                <a:spcPts val="0"/>
              </a:spcAft>
              <a:buClr>
                <a:schemeClr val="dk1"/>
              </a:buClr>
              <a:buSzPts val="1400"/>
              <a:buChar char="•"/>
              <a:defRPr/>
            </a:lvl2pPr>
            <a:lvl3pPr marL="1144270" lvl="2" indent="-264795" algn="l">
              <a:lnSpc>
                <a:spcPct val="90000"/>
              </a:lnSpc>
              <a:spcBef>
                <a:spcPct val="67000"/>
              </a:spcBef>
              <a:spcAft>
                <a:spcPts val="0"/>
              </a:spcAft>
              <a:buClr>
                <a:schemeClr val="dk1"/>
              </a:buClr>
              <a:buSzPts val="1400"/>
              <a:buChar char="•"/>
              <a:defRPr/>
            </a:lvl3pPr>
            <a:lvl4pPr marL="1525270" lvl="3" indent="-264795" algn="l">
              <a:lnSpc>
                <a:spcPct val="90000"/>
              </a:lnSpc>
              <a:spcBef>
                <a:spcPct val="67000"/>
              </a:spcBef>
              <a:spcAft>
                <a:spcPts val="0"/>
              </a:spcAft>
              <a:buClr>
                <a:schemeClr val="dk1"/>
              </a:buClr>
              <a:buSzPts val="1400"/>
              <a:buChar char="•"/>
              <a:defRPr/>
            </a:lvl4pPr>
            <a:lvl5pPr marL="1906905" lvl="4" indent="-264795" algn="l">
              <a:lnSpc>
                <a:spcPct val="90000"/>
              </a:lnSpc>
              <a:spcBef>
                <a:spcPct val="67000"/>
              </a:spcBef>
              <a:spcAft>
                <a:spcPts val="0"/>
              </a:spcAft>
              <a:buClr>
                <a:schemeClr val="dk1"/>
              </a:buClr>
              <a:buSzPts val="1400"/>
              <a:buChar char="•"/>
              <a:defRPr/>
            </a:lvl5pPr>
            <a:lvl6pPr marL="2287905" lvl="5" indent="-264795" algn="l">
              <a:lnSpc>
                <a:spcPct val="90000"/>
              </a:lnSpc>
              <a:spcBef>
                <a:spcPct val="67000"/>
              </a:spcBef>
              <a:spcAft>
                <a:spcPts val="0"/>
              </a:spcAft>
              <a:buClr>
                <a:schemeClr val="dk1"/>
              </a:buClr>
              <a:buSzPts val="1400"/>
              <a:buChar char="•"/>
              <a:defRPr/>
            </a:lvl6pPr>
            <a:lvl7pPr marL="2669540" lvl="6" indent="-264795" algn="l">
              <a:lnSpc>
                <a:spcPct val="90000"/>
              </a:lnSpc>
              <a:spcBef>
                <a:spcPct val="67000"/>
              </a:spcBef>
              <a:spcAft>
                <a:spcPts val="0"/>
              </a:spcAft>
              <a:buClr>
                <a:schemeClr val="dk1"/>
              </a:buClr>
              <a:buSzPts val="1400"/>
              <a:buChar char="•"/>
              <a:defRPr/>
            </a:lvl7pPr>
            <a:lvl8pPr marL="3051175" lvl="7" indent="-264795" algn="l">
              <a:lnSpc>
                <a:spcPct val="90000"/>
              </a:lnSpc>
              <a:spcBef>
                <a:spcPct val="67000"/>
              </a:spcBef>
              <a:spcAft>
                <a:spcPts val="0"/>
              </a:spcAft>
              <a:buClr>
                <a:schemeClr val="dk1"/>
              </a:buClr>
              <a:buSzPts val="1400"/>
              <a:buChar char="•"/>
              <a:defRPr/>
            </a:lvl8pPr>
            <a:lvl9pPr marL="3432175" lvl="8" indent="-264795" algn="l">
              <a:lnSpc>
                <a:spcPct val="90000"/>
              </a:lnSpc>
              <a:spcBef>
                <a:spcPct val="67000"/>
              </a:spcBef>
              <a:spcAft>
                <a:spcPts val="0"/>
              </a:spcAft>
              <a:buClr>
                <a:schemeClr val="dk1"/>
              </a:buClr>
              <a:buSzPts val="1400"/>
              <a:buChar char="•"/>
              <a:defRPr/>
            </a:lvl9pPr>
          </a:lstStyle>
          <a:p/>
        </p:txBody>
      </p:sp>
      <p:sp>
        <p:nvSpPr>
          <p:cNvPr id="20" name="Shape 56"/>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467916" y="1069596"/>
            <a:ext cx="5915025" cy="1784646"/>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3755"/>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467916" y="2871124"/>
            <a:ext cx="5915025" cy="938503"/>
          </a:xfrm>
          <a:prstGeom prst="rect">
            <a:avLst/>
          </a:prstGeom>
          <a:noFill/>
          <a:ln>
            <a:noFill/>
          </a:ln>
        </p:spPr>
        <p:txBody>
          <a:bodyPr spcFirstLastPara="1" wrap="square" lIns="68575" tIns="34275" rIns="68575" bIns="34275" anchor="t" anchorCtr="0">
            <a:normAutofit/>
          </a:bodyPr>
          <a:lstStyle>
            <a:lvl1pPr marL="381635" lvl="0" indent="-190500" algn="l">
              <a:lnSpc>
                <a:spcPct val="90000"/>
              </a:lnSpc>
              <a:spcBef>
                <a:spcPct val="134000"/>
              </a:spcBef>
              <a:spcAft>
                <a:spcPts val="0"/>
              </a:spcAft>
              <a:buClr>
                <a:srgbClr val="888888"/>
              </a:buClr>
              <a:buSzPts val="1800"/>
              <a:buNone/>
              <a:defRPr sz="1500">
                <a:solidFill>
                  <a:srgbClr val="888888"/>
                </a:solidFill>
              </a:defRPr>
            </a:lvl1pPr>
            <a:lvl2pPr marL="762635" lvl="1" indent="-190500" algn="l">
              <a:lnSpc>
                <a:spcPct val="90000"/>
              </a:lnSpc>
              <a:spcBef>
                <a:spcPct val="67000"/>
              </a:spcBef>
              <a:spcAft>
                <a:spcPts val="0"/>
              </a:spcAft>
              <a:buClr>
                <a:srgbClr val="888888"/>
              </a:buClr>
              <a:buSzPts val="1500"/>
              <a:buNone/>
              <a:defRPr sz="1250">
                <a:solidFill>
                  <a:srgbClr val="888888"/>
                </a:solidFill>
              </a:defRPr>
            </a:lvl2pPr>
            <a:lvl3pPr marL="1144270" lvl="2" indent="-190500" algn="l">
              <a:lnSpc>
                <a:spcPct val="90000"/>
              </a:lnSpc>
              <a:spcBef>
                <a:spcPct val="67000"/>
              </a:spcBef>
              <a:spcAft>
                <a:spcPts val="0"/>
              </a:spcAft>
              <a:buClr>
                <a:srgbClr val="888888"/>
              </a:buClr>
              <a:buSzPts val="1400"/>
              <a:buNone/>
              <a:defRPr sz="1170">
                <a:solidFill>
                  <a:srgbClr val="888888"/>
                </a:solidFill>
              </a:defRPr>
            </a:lvl3pPr>
            <a:lvl4pPr marL="1525270" lvl="3" indent="-190500" algn="l">
              <a:lnSpc>
                <a:spcPct val="90000"/>
              </a:lnSpc>
              <a:spcBef>
                <a:spcPct val="67000"/>
              </a:spcBef>
              <a:spcAft>
                <a:spcPts val="0"/>
              </a:spcAft>
              <a:buClr>
                <a:srgbClr val="888888"/>
              </a:buClr>
              <a:buSzPts val="1200"/>
              <a:buNone/>
              <a:defRPr sz="1000">
                <a:solidFill>
                  <a:srgbClr val="888888"/>
                </a:solidFill>
              </a:defRPr>
            </a:lvl4pPr>
            <a:lvl5pPr marL="1906905" lvl="4" indent="-190500" algn="l">
              <a:lnSpc>
                <a:spcPct val="90000"/>
              </a:lnSpc>
              <a:spcBef>
                <a:spcPct val="67000"/>
              </a:spcBef>
              <a:spcAft>
                <a:spcPts val="0"/>
              </a:spcAft>
              <a:buClr>
                <a:srgbClr val="888888"/>
              </a:buClr>
              <a:buSzPts val="1200"/>
              <a:buNone/>
              <a:defRPr sz="1000">
                <a:solidFill>
                  <a:srgbClr val="888888"/>
                </a:solidFill>
              </a:defRPr>
            </a:lvl5pPr>
            <a:lvl6pPr marL="2287905" lvl="5" indent="-190500" algn="l">
              <a:lnSpc>
                <a:spcPct val="90000"/>
              </a:lnSpc>
              <a:spcBef>
                <a:spcPct val="67000"/>
              </a:spcBef>
              <a:spcAft>
                <a:spcPts val="0"/>
              </a:spcAft>
              <a:buClr>
                <a:srgbClr val="888888"/>
              </a:buClr>
              <a:buSzPts val="1200"/>
              <a:buNone/>
              <a:defRPr sz="1000">
                <a:solidFill>
                  <a:srgbClr val="888888"/>
                </a:solidFill>
              </a:defRPr>
            </a:lvl6pPr>
            <a:lvl7pPr marL="2669540" lvl="6" indent="-190500" algn="l">
              <a:lnSpc>
                <a:spcPct val="90000"/>
              </a:lnSpc>
              <a:spcBef>
                <a:spcPct val="67000"/>
              </a:spcBef>
              <a:spcAft>
                <a:spcPts val="0"/>
              </a:spcAft>
              <a:buClr>
                <a:srgbClr val="888888"/>
              </a:buClr>
              <a:buSzPts val="1200"/>
              <a:buNone/>
              <a:defRPr sz="1000">
                <a:solidFill>
                  <a:srgbClr val="888888"/>
                </a:solidFill>
              </a:defRPr>
            </a:lvl7pPr>
            <a:lvl8pPr marL="3051175" lvl="7" indent="-190500" algn="l">
              <a:lnSpc>
                <a:spcPct val="90000"/>
              </a:lnSpc>
              <a:spcBef>
                <a:spcPct val="67000"/>
              </a:spcBef>
              <a:spcAft>
                <a:spcPts val="0"/>
              </a:spcAft>
              <a:buClr>
                <a:srgbClr val="888888"/>
              </a:buClr>
              <a:buSzPts val="1200"/>
              <a:buNone/>
              <a:defRPr sz="1000">
                <a:solidFill>
                  <a:srgbClr val="888888"/>
                </a:solidFill>
              </a:defRPr>
            </a:lvl8pPr>
            <a:lvl9pPr marL="3432175" lvl="8" indent="-190500" algn="l">
              <a:lnSpc>
                <a:spcPct val="90000"/>
              </a:lnSpc>
              <a:spcBef>
                <a:spcPct val="67000"/>
              </a:spcBef>
              <a:spcAft>
                <a:spcPts val="0"/>
              </a:spcAft>
              <a:buClr>
                <a:srgbClr val="888888"/>
              </a:buClr>
              <a:buSzPts val="1200"/>
              <a:buNone/>
              <a:defRPr sz="1000">
                <a:solidFill>
                  <a:srgbClr val="888888"/>
                </a:solidFill>
              </a:defRPr>
            </a:lvl9pPr>
          </a:lstStyle>
          <a:p/>
        </p:txBody>
      </p:sp>
      <p:sp>
        <p:nvSpPr>
          <p:cNvPr id="26" name="Shape 61"/>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471488" y="228419"/>
            <a:ext cx="5915025" cy="829259"/>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471488" y="1142094"/>
            <a:ext cx="2914650" cy="2722156"/>
          </a:xfrm>
          <a:prstGeom prst="rect">
            <a:avLst/>
          </a:prstGeom>
          <a:noFill/>
          <a:ln>
            <a:noFill/>
          </a:ln>
        </p:spPr>
        <p:txBody>
          <a:bodyPr spcFirstLastPara="1" wrap="square" lIns="68575" tIns="34275" rIns="68575" bIns="34275" anchor="t" anchorCtr="0">
            <a:normAutofit/>
          </a:bodyPr>
          <a:lstStyle>
            <a:lvl1pPr marL="381635" lvl="0" indent="-264795" algn="l">
              <a:lnSpc>
                <a:spcPct val="90000"/>
              </a:lnSpc>
              <a:spcBef>
                <a:spcPct val="134000"/>
              </a:spcBef>
              <a:spcAft>
                <a:spcPts val="0"/>
              </a:spcAft>
              <a:buClr>
                <a:schemeClr val="dk1"/>
              </a:buClr>
              <a:buSzPts val="1400"/>
              <a:buChar char="•"/>
              <a:defRPr/>
            </a:lvl1pPr>
            <a:lvl2pPr marL="762635" lvl="1" indent="-264795" algn="l">
              <a:lnSpc>
                <a:spcPct val="90000"/>
              </a:lnSpc>
              <a:spcBef>
                <a:spcPct val="67000"/>
              </a:spcBef>
              <a:spcAft>
                <a:spcPts val="0"/>
              </a:spcAft>
              <a:buClr>
                <a:schemeClr val="dk1"/>
              </a:buClr>
              <a:buSzPts val="1400"/>
              <a:buChar char="•"/>
              <a:defRPr/>
            </a:lvl2pPr>
            <a:lvl3pPr marL="1144270" lvl="2" indent="-264795" algn="l">
              <a:lnSpc>
                <a:spcPct val="90000"/>
              </a:lnSpc>
              <a:spcBef>
                <a:spcPct val="67000"/>
              </a:spcBef>
              <a:spcAft>
                <a:spcPts val="0"/>
              </a:spcAft>
              <a:buClr>
                <a:schemeClr val="dk1"/>
              </a:buClr>
              <a:buSzPts val="1400"/>
              <a:buChar char="•"/>
              <a:defRPr/>
            </a:lvl3pPr>
            <a:lvl4pPr marL="1525270" lvl="3" indent="-264795" algn="l">
              <a:lnSpc>
                <a:spcPct val="90000"/>
              </a:lnSpc>
              <a:spcBef>
                <a:spcPct val="67000"/>
              </a:spcBef>
              <a:spcAft>
                <a:spcPts val="0"/>
              </a:spcAft>
              <a:buClr>
                <a:schemeClr val="dk1"/>
              </a:buClr>
              <a:buSzPts val="1400"/>
              <a:buChar char="•"/>
              <a:defRPr/>
            </a:lvl4pPr>
            <a:lvl5pPr marL="1906905" lvl="4" indent="-264795" algn="l">
              <a:lnSpc>
                <a:spcPct val="90000"/>
              </a:lnSpc>
              <a:spcBef>
                <a:spcPct val="67000"/>
              </a:spcBef>
              <a:spcAft>
                <a:spcPts val="0"/>
              </a:spcAft>
              <a:buClr>
                <a:schemeClr val="dk1"/>
              </a:buClr>
              <a:buSzPts val="1400"/>
              <a:buChar char="•"/>
              <a:defRPr/>
            </a:lvl5pPr>
            <a:lvl6pPr marL="2287905" lvl="5" indent="-264795" algn="l">
              <a:lnSpc>
                <a:spcPct val="90000"/>
              </a:lnSpc>
              <a:spcBef>
                <a:spcPct val="67000"/>
              </a:spcBef>
              <a:spcAft>
                <a:spcPts val="0"/>
              </a:spcAft>
              <a:buClr>
                <a:schemeClr val="dk1"/>
              </a:buClr>
              <a:buSzPts val="1400"/>
              <a:buChar char="•"/>
              <a:defRPr/>
            </a:lvl6pPr>
            <a:lvl7pPr marL="2669540" lvl="6" indent="-264795" algn="l">
              <a:lnSpc>
                <a:spcPct val="90000"/>
              </a:lnSpc>
              <a:spcBef>
                <a:spcPct val="67000"/>
              </a:spcBef>
              <a:spcAft>
                <a:spcPts val="0"/>
              </a:spcAft>
              <a:buClr>
                <a:schemeClr val="dk1"/>
              </a:buClr>
              <a:buSzPts val="1400"/>
              <a:buChar char="•"/>
              <a:defRPr/>
            </a:lvl7pPr>
            <a:lvl8pPr marL="3051175" lvl="7" indent="-264795" algn="l">
              <a:lnSpc>
                <a:spcPct val="90000"/>
              </a:lnSpc>
              <a:spcBef>
                <a:spcPct val="67000"/>
              </a:spcBef>
              <a:spcAft>
                <a:spcPts val="0"/>
              </a:spcAft>
              <a:buClr>
                <a:schemeClr val="dk1"/>
              </a:buClr>
              <a:buSzPts val="1400"/>
              <a:buChar char="•"/>
              <a:defRPr/>
            </a:lvl8pPr>
            <a:lvl9pPr marL="3432175" lvl="8" indent="-264795" algn="l">
              <a:lnSpc>
                <a:spcPct val="90000"/>
              </a:lnSpc>
              <a:spcBef>
                <a:spcPct val="67000"/>
              </a:spcBef>
              <a:spcAft>
                <a:spcPts val="0"/>
              </a:spcAft>
              <a:buClr>
                <a:schemeClr val="dk1"/>
              </a:buClr>
              <a:buSzPts val="1400"/>
              <a:buChar char="•"/>
              <a:defRPr/>
            </a:lvl9pPr>
          </a:lstStyle>
          <a:p/>
        </p:txBody>
      </p:sp>
      <p:sp>
        <p:nvSpPr>
          <p:cNvPr id="32" name="Shape 11"/>
          <p:cNvSpPr txBox="1"/>
          <p:nvPr>
            <p:ph type="body" idx="2"/>
          </p:nvPr>
        </p:nvSpPr>
        <p:spPr>
          <a:xfrm>
            <a:off x="3471863" y="1142094"/>
            <a:ext cx="2914650" cy="2722156"/>
          </a:xfrm>
          <a:prstGeom prst="rect">
            <a:avLst/>
          </a:prstGeom>
          <a:noFill/>
          <a:ln>
            <a:noFill/>
          </a:ln>
        </p:spPr>
        <p:txBody>
          <a:bodyPr spcFirstLastPara="1" wrap="square" lIns="68575" tIns="34275" rIns="68575" bIns="34275" anchor="t" anchorCtr="0">
            <a:normAutofit/>
          </a:bodyPr>
          <a:lstStyle>
            <a:lvl1pPr marL="381635" lvl="0" indent="-264795" algn="l">
              <a:lnSpc>
                <a:spcPct val="90000"/>
              </a:lnSpc>
              <a:spcBef>
                <a:spcPct val="134000"/>
              </a:spcBef>
              <a:spcAft>
                <a:spcPts val="0"/>
              </a:spcAft>
              <a:buClr>
                <a:schemeClr val="dk1"/>
              </a:buClr>
              <a:buSzPts val="1400"/>
              <a:buChar char="•"/>
              <a:defRPr/>
            </a:lvl1pPr>
            <a:lvl2pPr marL="762635" lvl="1" indent="-264795" algn="l">
              <a:lnSpc>
                <a:spcPct val="90000"/>
              </a:lnSpc>
              <a:spcBef>
                <a:spcPct val="67000"/>
              </a:spcBef>
              <a:spcAft>
                <a:spcPts val="0"/>
              </a:spcAft>
              <a:buClr>
                <a:schemeClr val="dk1"/>
              </a:buClr>
              <a:buSzPts val="1400"/>
              <a:buChar char="•"/>
              <a:defRPr/>
            </a:lvl2pPr>
            <a:lvl3pPr marL="1144270" lvl="2" indent="-264795" algn="l">
              <a:lnSpc>
                <a:spcPct val="90000"/>
              </a:lnSpc>
              <a:spcBef>
                <a:spcPct val="67000"/>
              </a:spcBef>
              <a:spcAft>
                <a:spcPts val="0"/>
              </a:spcAft>
              <a:buClr>
                <a:schemeClr val="dk1"/>
              </a:buClr>
              <a:buSzPts val="1400"/>
              <a:buChar char="•"/>
              <a:defRPr/>
            </a:lvl3pPr>
            <a:lvl4pPr marL="1525270" lvl="3" indent="-264795" algn="l">
              <a:lnSpc>
                <a:spcPct val="90000"/>
              </a:lnSpc>
              <a:spcBef>
                <a:spcPct val="67000"/>
              </a:spcBef>
              <a:spcAft>
                <a:spcPts val="0"/>
              </a:spcAft>
              <a:buClr>
                <a:schemeClr val="dk1"/>
              </a:buClr>
              <a:buSzPts val="1400"/>
              <a:buChar char="•"/>
              <a:defRPr/>
            </a:lvl4pPr>
            <a:lvl5pPr marL="1906905" lvl="4" indent="-264795" algn="l">
              <a:lnSpc>
                <a:spcPct val="90000"/>
              </a:lnSpc>
              <a:spcBef>
                <a:spcPct val="67000"/>
              </a:spcBef>
              <a:spcAft>
                <a:spcPts val="0"/>
              </a:spcAft>
              <a:buClr>
                <a:schemeClr val="dk1"/>
              </a:buClr>
              <a:buSzPts val="1400"/>
              <a:buChar char="•"/>
              <a:defRPr/>
            </a:lvl5pPr>
            <a:lvl6pPr marL="2287905" lvl="5" indent="-264795" algn="l">
              <a:lnSpc>
                <a:spcPct val="90000"/>
              </a:lnSpc>
              <a:spcBef>
                <a:spcPct val="67000"/>
              </a:spcBef>
              <a:spcAft>
                <a:spcPts val="0"/>
              </a:spcAft>
              <a:buClr>
                <a:schemeClr val="dk1"/>
              </a:buClr>
              <a:buSzPts val="1400"/>
              <a:buChar char="•"/>
              <a:defRPr/>
            </a:lvl6pPr>
            <a:lvl7pPr marL="2669540" lvl="6" indent="-264795" algn="l">
              <a:lnSpc>
                <a:spcPct val="90000"/>
              </a:lnSpc>
              <a:spcBef>
                <a:spcPct val="67000"/>
              </a:spcBef>
              <a:spcAft>
                <a:spcPts val="0"/>
              </a:spcAft>
              <a:buClr>
                <a:schemeClr val="dk1"/>
              </a:buClr>
              <a:buSzPts val="1400"/>
              <a:buChar char="•"/>
              <a:defRPr/>
            </a:lvl7pPr>
            <a:lvl8pPr marL="3051175" lvl="7" indent="-264795" algn="l">
              <a:lnSpc>
                <a:spcPct val="90000"/>
              </a:lnSpc>
              <a:spcBef>
                <a:spcPct val="67000"/>
              </a:spcBef>
              <a:spcAft>
                <a:spcPts val="0"/>
              </a:spcAft>
              <a:buClr>
                <a:schemeClr val="dk1"/>
              </a:buClr>
              <a:buSzPts val="1400"/>
              <a:buChar char="•"/>
              <a:defRPr/>
            </a:lvl8pPr>
            <a:lvl9pPr marL="3432175" lvl="8" indent="-264795" algn="l">
              <a:lnSpc>
                <a:spcPct val="90000"/>
              </a:lnSpc>
              <a:spcBef>
                <a:spcPct val="67000"/>
              </a:spcBef>
              <a:spcAft>
                <a:spcPts val="0"/>
              </a:spcAft>
              <a:buClr>
                <a:schemeClr val="dk1"/>
              </a:buClr>
              <a:buSzPts val="1400"/>
              <a:buChar char="•"/>
              <a:defRPr/>
            </a:lvl9pPr>
          </a:lstStyle>
          <a:p/>
        </p:txBody>
      </p:sp>
      <p:sp>
        <p:nvSpPr>
          <p:cNvPr id="33" name="Shape 12"/>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472381" y="228419"/>
            <a:ext cx="5915025" cy="829259"/>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472381" y="1051719"/>
            <a:ext cx="2901255" cy="515432"/>
          </a:xfrm>
          <a:prstGeom prst="rect">
            <a:avLst/>
          </a:prstGeom>
          <a:noFill/>
          <a:ln>
            <a:noFill/>
          </a:ln>
        </p:spPr>
        <p:txBody>
          <a:bodyPr spcFirstLastPara="1" wrap="square" lIns="68575" tIns="34275" rIns="68575" bIns="34275" anchor="b" anchorCtr="0">
            <a:normAutofit/>
          </a:bodyPr>
          <a:lstStyle>
            <a:lvl1pPr marL="381635" lvl="0" indent="-190500" algn="l">
              <a:lnSpc>
                <a:spcPct val="90000"/>
              </a:lnSpc>
              <a:spcBef>
                <a:spcPct val="134000"/>
              </a:spcBef>
              <a:spcAft>
                <a:spcPts val="0"/>
              </a:spcAft>
              <a:buClr>
                <a:schemeClr val="dk1"/>
              </a:buClr>
              <a:buSzPts val="1800"/>
              <a:buNone/>
              <a:defRPr sz="1500" b="1"/>
            </a:lvl1pPr>
            <a:lvl2pPr marL="762635" lvl="1" indent="-190500" algn="l">
              <a:lnSpc>
                <a:spcPct val="90000"/>
              </a:lnSpc>
              <a:spcBef>
                <a:spcPct val="67000"/>
              </a:spcBef>
              <a:spcAft>
                <a:spcPts val="0"/>
              </a:spcAft>
              <a:buClr>
                <a:schemeClr val="dk1"/>
              </a:buClr>
              <a:buSzPts val="1500"/>
              <a:buNone/>
              <a:defRPr sz="1250" b="1"/>
            </a:lvl2pPr>
            <a:lvl3pPr marL="1144270" lvl="2" indent="-190500" algn="l">
              <a:lnSpc>
                <a:spcPct val="90000"/>
              </a:lnSpc>
              <a:spcBef>
                <a:spcPct val="67000"/>
              </a:spcBef>
              <a:spcAft>
                <a:spcPts val="0"/>
              </a:spcAft>
              <a:buClr>
                <a:schemeClr val="dk1"/>
              </a:buClr>
              <a:buSzPts val="1400"/>
              <a:buNone/>
              <a:defRPr sz="1170" b="1"/>
            </a:lvl3pPr>
            <a:lvl4pPr marL="1525270" lvl="3" indent="-190500" algn="l">
              <a:lnSpc>
                <a:spcPct val="90000"/>
              </a:lnSpc>
              <a:spcBef>
                <a:spcPct val="67000"/>
              </a:spcBef>
              <a:spcAft>
                <a:spcPts val="0"/>
              </a:spcAft>
              <a:buClr>
                <a:schemeClr val="dk1"/>
              </a:buClr>
              <a:buSzPts val="1200"/>
              <a:buNone/>
              <a:defRPr sz="1000" b="1"/>
            </a:lvl4pPr>
            <a:lvl5pPr marL="1906905" lvl="4" indent="-190500" algn="l">
              <a:lnSpc>
                <a:spcPct val="90000"/>
              </a:lnSpc>
              <a:spcBef>
                <a:spcPct val="67000"/>
              </a:spcBef>
              <a:spcAft>
                <a:spcPts val="0"/>
              </a:spcAft>
              <a:buClr>
                <a:schemeClr val="dk1"/>
              </a:buClr>
              <a:buSzPts val="1200"/>
              <a:buNone/>
              <a:defRPr sz="1000" b="1"/>
            </a:lvl5pPr>
            <a:lvl6pPr marL="2287905" lvl="5" indent="-190500" algn="l">
              <a:lnSpc>
                <a:spcPct val="90000"/>
              </a:lnSpc>
              <a:spcBef>
                <a:spcPct val="67000"/>
              </a:spcBef>
              <a:spcAft>
                <a:spcPts val="0"/>
              </a:spcAft>
              <a:buClr>
                <a:schemeClr val="dk1"/>
              </a:buClr>
              <a:buSzPts val="1200"/>
              <a:buNone/>
              <a:defRPr sz="1000" b="1"/>
            </a:lvl6pPr>
            <a:lvl7pPr marL="2669540" lvl="6" indent="-190500" algn="l">
              <a:lnSpc>
                <a:spcPct val="90000"/>
              </a:lnSpc>
              <a:spcBef>
                <a:spcPct val="67000"/>
              </a:spcBef>
              <a:spcAft>
                <a:spcPts val="0"/>
              </a:spcAft>
              <a:buClr>
                <a:schemeClr val="dk1"/>
              </a:buClr>
              <a:buSzPts val="1200"/>
              <a:buNone/>
              <a:defRPr sz="1000" b="1"/>
            </a:lvl7pPr>
            <a:lvl8pPr marL="3051175" lvl="7" indent="-190500" algn="l">
              <a:lnSpc>
                <a:spcPct val="90000"/>
              </a:lnSpc>
              <a:spcBef>
                <a:spcPct val="67000"/>
              </a:spcBef>
              <a:spcAft>
                <a:spcPts val="0"/>
              </a:spcAft>
              <a:buClr>
                <a:schemeClr val="dk1"/>
              </a:buClr>
              <a:buSzPts val="1200"/>
              <a:buNone/>
              <a:defRPr sz="1000" b="1"/>
            </a:lvl8pPr>
            <a:lvl9pPr marL="3432175" lvl="8" indent="-190500" algn="l">
              <a:lnSpc>
                <a:spcPct val="90000"/>
              </a:lnSpc>
              <a:spcBef>
                <a:spcPct val="67000"/>
              </a:spcBef>
              <a:spcAft>
                <a:spcPts val="0"/>
              </a:spcAft>
              <a:buClr>
                <a:schemeClr val="dk1"/>
              </a:buClr>
              <a:buSzPts val="1200"/>
              <a:buNone/>
              <a:defRPr sz="1000" b="1"/>
            </a:lvl9pPr>
          </a:lstStyle>
          <a:p/>
        </p:txBody>
      </p:sp>
      <p:sp>
        <p:nvSpPr>
          <p:cNvPr id="39" name="Shape 37"/>
          <p:cNvSpPr txBox="1"/>
          <p:nvPr>
            <p:ph type="body" idx="2"/>
          </p:nvPr>
        </p:nvSpPr>
        <p:spPr>
          <a:xfrm>
            <a:off x="472381" y="1567151"/>
            <a:ext cx="2901255" cy="2305043"/>
          </a:xfrm>
          <a:prstGeom prst="rect">
            <a:avLst/>
          </a:prstGeom>
          <a:noFill/>
          <a:ln>
            <a:noFill/>
          </a:ln>
        </p:spPr>
        <p:txBody>
          <a:bodyPr spcFirstLastPara="1" wrap="square" lIns="68575" tIns="34275" rIns="68575" bIns="34275" anchor="t" anchorCtr="0">
            <a:normAutofit/>
          </a:bodyPr>
          <a:lstStyle>
            <a:lvl1pPr marL="381635" lvl="0" indent="-264795" algn="l">
              <a:lnSpc>
                <a:spcPct val="90000"/>
              </a:lnSpc>
              <a:spcBef>
                <a:spcPct val="134000"/>
              </a:spcBef>
              <a:spcAft>
                <a:spcPts val="0"/>
              </a:spcAft>
              <a:buClr>
                <a:schemeClr val="dk1"/>
              </a:buClr>
              <a:buSzPts val="1400"/>
              <a:buChar char="•"/>
              <a:defRPr/>
            </a:lvl1pPr>
            <a:lvl2pPr marL="762635" lvl="1" indent="-264795" algn="l">
              <a:lnSpc>
                <a:spcPct val="90000"/>
              </a:lnSpc>
              <a:spcBef>
                <a:spcPct val="67000"/>
              </a:spcBef>
              <a:spcAft>
                <a:spcPts val="0"/>
              </a:spcAft>
              <a:buClr>
                <a:schemeClr val="dk1"/>
              </a:buClr>
              <a:buSzPts val="1400"/>
              <a:buChar char="•"/>
              <a:defRPr/>
            </a:lvl2pPr>
            <a:lvl3pPr marL="1144270" lvl="2" indent="-264795" algn="l">
              <a:lnSpc>
                <a:spcPct val="90000"/>
              </a:lnSpc>
              <a:spcBef>
                <a:spcPct val="67000"/>
              </a:spcBef>
              <a:spcAft>
                <a:spcPts val="0"/>
              </a:spcAft>
              <a:buClr>
                <a:schemeClr val="dk1"/>
              </a:buClr>
              <a:buSzPts val="1400"/>
              <a:buChar char="•"/>
              <a:defRPr/>
            </a:lvl3pPr>
            <a:lvl4pPr marL="1525270" lvl="3" indent="-264795" algn="l">
              <a:lnSpc>
                <a:spcPct val="90000"/>
              </a:lnSpc>
              <a:spcBef>
                <a:spcPct val="67000"/>
              </a:spcBef>
              <a:spcAft>
                <a:spcPts val="0"/>
              </a:spcAft>
              <a:buClr>
                <a:schemeClr val="dk1"/>
              </a:buClr>
              <a:buSzPts val="1400"/>
              <a:buChar char="•"/>
              <a:defRPr/>
            </a:lvl4pPr>
            <a:lvl5pPr marL="1906905" lvl="4" indent="-264795" algn="l">
              <a:lnSpc>
                <a:spcPct val="90000"/>
              </a:lnSpc>
              <a:spcBef>
                <a:spcPct val="67000"/>
              </a:spcBef>
              <a:spcAft>
                <a:spcPts val="0"/>
              </a:spcAft>
              <a:buClr>
                <a:schemeClr val="dk1"/>
              </a:buClr>
              <a:buSzPts val="1400"/>
              <a:buChar char="•"/>
              <a:defRPr/>
            </a:lvl5pPr>
            <a:lvl6pPr marL="2287905" lvl="5" indent="-264795" algn="l">
              <a:lnSpc>
                <a:spcPct val="90000"/>
              </a:lnSpc>
              <a:spcBef>
                <a:spcPct val="67000"/>
              </a:spcBef>
              <a:spcAft>
                <a:spcPts val="0"/>
              </a:spcAft>
              <a:buClr>
                <a:schemeClr val="dk1"/>
              </a:buClr>
              <a:buSzPts val="1400"/>
              <a:buChar char="•"/>
              <a:defRPr/>
            </a:lvl6pPr>
            <a:lvl7pPr marL="2669540" lvl="6" indent="-264795" algn="l">
              <a:lnSpc>
                <a:spcPct val="90000"/>
              </a:lnSpc>
              <a:spcBef>
                <a:spcPct val="67000"/>
              </a:spcBef>
              <a:spcAft>
                <a:spcPts val="0"/>
              </a:spcAft>
              <a:buClr>
                <a:schemeClr val="dk1"/>
              </a:buClr>
              <a:buSzPts val="1400"/>
              <a:buChar char="•"/>
              <a:defRPr/>
            </a:lvl7pPr>
            <a:lvl8pPr marL="3051175" lvl="7" indent="-264795" algn="l">
              <a:lnSpc>
                <a:spcPct val="90000"/>
              </a:lnSpc>
              <a:spcBef>
                <a:spcPct val="67000"/>
              </a:spcBef>
              <a:spcAft>
                <a:spcPts val="0"/>
              </a:spcAft>
              <a:buClr>
                <a:schemeClr val="dk1"/>
              </a:buClr>
              <a:buSzPts val="1400"/>
              <a:buChar char="•"/>
              <a:defRPr/>
            </a:lvl8pPr>
            <a:lvl9pPr marL="3432175" lvl="8" indent="-264795" algn="l">
              <a:lnSpc>
                <a:spcPct val="90000"/>
              </a:lnSpc>
              <a:spcBef>
                <a:spcPct val="67000"/>
              </a:spcBef>
              <a:spcAft>
                <a:spcPts val="0"/>
              </a:spcAft>
              <a:buClr>
                <a:schemeClr val="dk1"/>
              </a:buClr>
              <a:buSzPts val="1400"/>
              <a:buChar char="•"/>
              <a:defRPr/>
            </a:lvl9pPr>
          </a:lstStyle>
          <a:p/>
        </p:txBody>
      </p:sp>
      <p:sp>
        <p:nvSpPr>
          <p:cNvPr id="40" name="Shape 38"/>
          <p:cNvSpPr txBox="1"/>
          <p:nvPr>
            <p:ph type="body" idx="3"/>
          </p:nvPr>
        </p:nvSpPr>
        <p:spPr>
          <a:xfrm>
            <a:off x="3471863" y="1051719"/>
            <a:ext cx="2915543" cy="515432"/>
          </a:xfrm>
          <a:prstGeom prst="rect">
            <a:avLst/>
          </a:prstGeom>
          <a:noFill/>
          <a:ln>
            <a:noFill/>
          </a:ln>
        </p:spPr>
        <p:txBody>
          <a:bodyPr spcFirstLastPara="1" wrap="square" lIns="68575" tIns="34275" rIns="68575" bIns="34275" anchor="b" anchorCtr="0">
            <a:normAutofit/>
          </a:bodyPr>
          <a:lstStyle>
            <a:lvl1pPr marL="381635" lvl="0" indent="-190500" algn="l">
              <a:lnSpc>
                <a:spcPct val="90000"/>
              </a:lnSpc>
              <a:spcBef>
                <a:spcPct val="134000"/>
              </a:spcBef>
              <a:spcAft>
                <a:spcPts val="0"/>
              </a:spcAft>
              <a:buClr>
                <a:schemeClr val="dk1"/>
              </a:buClr>
              <a:buSzPts val="1800"/>
              <a:buNone/>
              <a:defRPr sz="1500" b="1"/>
            </a:lvl1pPr>
            <a:lvl2pPr marL="762635" lvl="1" indent="-190500" algn="l">
              <a:lnSpc>
                <a:spcPct val="90000"/>
              </a:lnSpc>
              <a:spcBef>
                <a:spcPct val="67000"/>
              </a:spcBef>
              <a:spcAft>
                <a:spcPts val="0"/>
              </a:spcAft>
              <a:buClr>
                <a:schemeClr val="dk1"/>
              </a:buClr>
              <a:buSzPts val="1500"/>
              <a:buNone/>
              <a:defRPr sz="1250" b="1"/>
            </a:lvl2pPr>
            <a:lvl3pPr marL="1144270" lvl="2" indent="-190500" algn="l">
              <a:lnSpc>
                <a:spcPct val="90000"/>
              </a:lnSpc>
              <a:spcBef>
                <a:spcPct val="67000"/>
              </a:spcBef>
              <a:spcAft>
                <a:spcPts val="0"/>
              </a:spcAft>
              <a:buClr>
                <a:schemeClr val="dk1"/>
              </a:buClr>
              <a:buSzPts val="1400"/>
              <a:buNone/>
              <a:defRPr sz="1170" b="1"/>
            </a:lvl3pPr>
            <a:lvl4pPr marL="1525270" lvl="3" indent="-190500" algn="l">
              <a:lnSpc>
                <a:spcPct val="90000"/>
              </a:lnSpc>
              <a:spcBef>
                <a:spcPct val="67000"/>
              </a:spcBef>
              <a:spcAft>
                <a:spcPts val="0"/>
              </a:spcAft>
              <a:buClr>
                <a:schemeClr val="dk1"/>
              </a:buClr>
              <a:buSzPts val="1200"/>
              <a:buNone/>
              <a:defRPr sz="1000" b="1"/>
            </a:lvl4pPr>
            <a:lvl5pPr marL="1906905" lvl="4" indent="-190500" algn="l">
              <a:lnSpc>
                <a:spcPct val="90000"/>
              </a:lnSpc>
              <a:spcBef>
                <a:spcPct val="67000"/>
              </a:spcBef>
              <a:spcAft>
                <a:spcPts val="0"/>
              </a:spcAft>
              <a:buClr>
                <a:schemeClr val="dk1"/>
              </a:buClr>
              <a:buSzPts val="1200"/>
              <a:buNone/>
              <a:defRPr sz="1000" b="1"/>
            </a:lvl5pPr>
            <a:lvl6pPr marL="2287905" lvl="5" indent="-190500" algn="l">
              <a:lnSpc>
                <a:spcPct val="90000"/>
              </a:lnSpc>
              <a:spcBef>
                <a:spcPct val="67000"/>
              </a:spcBef>
              <a:spcAft>
                <a:spcPts val="0"/>
              </a:spcAft>
              <a:buClr>
                <a:schemeClr val="dk1"/>
              </a:buClr>
              <a:buSzPts val="1200"/>
              <a:buNone/>
              <a:defRPr sz="1000" b="1"/>
            </a:lvl6pPr>
            <a:lvl7pPr marL="2669540" lvl="6" indent="-190500" algn="l">
              <a:lnSpc>
                <a:spcPct val="90000"/>
              </a:lnSpc>
              <a:spcBef>
                <a:spcPct val="67000"/>
              </a:spcBef>
              <a:spcAft>
                <a:spcPts val="0"/>
              </a:spcAft>
              <a:buClr>
                <a:schemeClr val="dk1"/>
              </a:buClr>
              <a:buSzPts val="1200"/>
              <a:buNone/>
              <a:defRPr sz="1000" b="1"/>
            </a:lvl7pPr>
            <a:lvl8pPr marL="3051175" lvl="7" indent="-190500" algn="l">
              <a:lnSpc>
                <a:spcPct val="90000"/>
              </a:lnSpc>
              <a:spcBef>
                <a:spcPct val="67000"/>
              </a:spcBef>
              <a:spcAft>
                <a:spcPts val="0"/>
              </a:spcAft>
              <a:buClr>
                <a:schemeClr val="dk1"/>
              </a:buClr>
              <a:buSzPts val="1200"/>
              <a:buNone/>
              <a:defRPr sz="1000" b="1"/>
            </a:lvl8pPr>
            <a:lvl9pPr marL="3432175" lvl="8" indent="-190500" algn="l">
              <a:lnSpc>
                <a:spcPct val="90000"/>
              </a:lnSpc>
              <a:spcBef>
                <a:spcPct val="67000"/>
              </a:spcBef>
              <a:spcAft>
                <a:spcPts val="0"/>
              </a:spcAft>
              <a:buClr>
                <a:schemeClr val="dk1"/>
              </a:buClr>
              <a:buSzPts val="1200"/>
              <a:buNone/>
              <a:defRPr sz="1000" b="1"/>
            </a:lvl9pPr>
          </a:lstStyle>
          <a:p/>
        </p:txBody>
      </p:sp>
      <p:sp>
        <p:nvSpPr>
          <p:cNvPr id="41" name="Shape 39"/>
          <p:cNvSpPr txBox="1"/>
          <p:nvPr>
            <p:ph type="body" idx="4"/>
          </p:nvPr>
        </p:nvSpPr>
        <p:spPr>
          <a:xfrm>
            <a:off x="3471863" y="1567151"/>
            <a:ext cx="2915543" cy="2305043"/>
          </a:xfrm>
          <a:prstGeom prst="rect">
            <a:avLst/>
          </a:prstGeom>
          <a:noFill/>
          <a:ln>
            <a:noFill/>
          </a:ln>
        </p:spPr>
        <p:txBody>
          <a:bodyPr spcFirstLastPara="1" wrap="square" lIns="68575" tIns="34275" rIns="68575" bIns="34275" anchor="t" anchorCtr="0">
            <a:normAutofit/>
          </a:bodyPr>
          <a:lstStyle>
            <a:lvl1pPr marL="381635" lvl="0" indent="-264795" algn="l">
              <a:lnSpc>
                <a:spcPct val="90000"/>
              </a:lnSpc>
              <a:spcBef>
                <a:spcPct val="134000"/>
              </a:spcBef>
              <a:spcAft>
                <a:spcPts val="0"/>
              </a:spcAft>
              <a:buClr>
                <a:schemeClr val="dk1"/>
              </a:buClr>
              <a:buSzPts val="1400"/>
              <a:buChar char="•"/>
              <a:defRPr/>
            </a:lvl1pPr>
            <a:lvl2pPr marL="762635" lvl="1" indent="-264795" algn="l">
              <a:lnSpc>
                <a:spcPct val="90000"/>
              </a:lnSpc>
              <a:spcBef>
                <a:spcPct val="67000"/>
              </a:spcBef>
              <a:spcAft>
                <a:spcPts val="0"/>
              </a:spcAft>
              <a:buClr>
                <a:schemeClr val="dk1"/>
              </a:buClr>
              <a:buSzPts val="1400"/>
              <a:buChar char="•"/>
              <a:defRPr/>
            </a:lvl2pPr>
            <a:lvl3pPr marL="1144270" lvl="2" indent="-264795" algn="l">
              <a:lnSpc>
                <a:spcPct val="90000"/>
              </a:lnSpc>
              <a:spcBef>
                <a:spcPct val="67000"/>
              </a:spcBef>
              <a:spcAft>
                <a:spcPts val="0"/>
              </a:spcAft>
              <a:buClr>
                <a:schemeClr val="dk1"/>
              </a:buClr>
              <a:buSzPts val="1400"/>
              <a:buChar char="•"/>
              <a:defRPr/>
            </a:lvl3pPr>
            <a:lvl4pPr marL="1525270" lvl="3" indent="-264795" algn="l">
              <a:lnSpc>
                <a:spcPct val="90000"/>
              </a:lnSpc>
              <a:spcBef>
                <a:spcPct val="67000"/>
              </a:spcBef>
              <a:spcAft>
                <a:spcPts val="0"/>
              </a:spcAft>
              <a:buClr>
                <a:schemeClr val="dk1"/>
              </a:buClr>
              <a:buSzPts val="1400"/>
              <a:buChar char="•"/>
              <a:defRPr/>
            </a:lvl4pPr>
            <a:lvl5pPr marL="1906905" lvl="4" indent="-264795" algn="l">
              <a:lnSpc>
                <a:spcPct val="90000"/>
              </a:lnSpc>
              <a:spcBef>
                <a:spcPct val="67000"/>
              </a:spcBef>
              <a:spcAft>
                <a:spcPts val="0"/>
              </a:spcAft>
              <a:buClr>
                <a:schemeClr val="dk1"/>
              </a:buClr>
              <a:buSzPts val="1400"/>
              <a:buChar char="•"/>
              <a:defRPr/>
            </a:lvl5pPr>
            <a:lvl6pPr marL="2287905" lvl="5" indent="-264795" algn="l">
              <a:lnSpc>
                <a:spcPct val="90000"/>
              </a:lnSpc>
              <a:spcBef>
                <a:spcPct val="67000"/>
              </a:spcBef>
              <a:spcAft>
                <a:spcPts val="0"/>
              </a:spcAft>
              <a:buClr>
                <a:schemeClr val="dk1"/>
              </a:buClr>
              <a:buSzPts val="1400"/>
              <a:buChar char="•"/>
              <a:defRPr/>
            </a:lvl6pPr>
            <a:lvl7pPr marL="2669540" lvl="6" indent="-264795" algn="l">
              <a:lnSpc>
                <a:spcPct val="90000"/>
              </a:lnSpc>
              <a:spcBef>
                <a:spcPct val="67000"/>
              </a:spcBef>
              <a:spcAft>
                <a:spcPts val="0"/>
              </a:spcAft>
              <a:buClr>
                <a:schemeClr val="dk1"/>
              </a:buClr>
              <a:buSzPts val="1400"/>
              <a:buChar char="•"/>
              <a:defRPr/>
            </a:lvl7pPr>
            <a:lvl8pPr marL="3051175" lvl="7" indent="-264795" algn="l">
              <a:lnSpc>
                <a:spcPct val="90000"/>
              </a:lnSpc>
              <a:spcBef>
                <a:spcPct val="67000"/>
              </a:spcBef>
              <a:spcAft>
                <a:spcPts val="0"/>
              </a:spcAft>
              <a:buClr>
                <a:schemeClr val="dk1"/>
              </a:buClr>
              <a:buSzPts val="1400"/>
              <a:buChar char="•"/>
              <a:defRPr/>
            </a:lvl8pPr>
            <a:lvl9pPr marL="3432175" lvl="8" indent="-264795" algn="l">
              <a:lnSpc>
                <a:spcPct val="90000"/>
              </a:lnSpc>
              <a:spcBef>
                <a:spcPct val="67000"/>
              </a:spcBef>
              <a:spcAft>
                <a:spcPts val="0"/>
              </a:spcAft>
              <a:buClr>
                <a:schemeClr val="dk1"/>
              </a:buClr>
              <a:buSzPts val="1400"/>
              <a:buChar char="•"/>
              <a:defRPr/>
            </a:lvl9pPr>
          </a:lstStyle>
          <a:p/>
        </p:txBody>
      </p:sp>
      <p:sp>
        <p:nvSpPr>
          <p:cNvPr id="42" name="Shape 40"/>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471488" y="228419"/>
            <a:ext cx="5915025" cy="829259"/>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472381" y="286020"/>
            <a:ext cx="2211884" cy="100107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2915543" y="617724"/>
            <a:ext cx="3471863" cy="3048894"/>
          </a:xfrm>
          <a:prstGeom prst="rect">
            <a:avLst/>
          </a:prstGeom>
          <a:noFill/>
          <a:ln>
            <a:noFill/>
          </a:ln>
        </p:spPr>
        <p:txBody>
          <a:bodyPr spcFirstLastPara="1" wrap="square" lIns="68575" tIns="34275" rIns="68575" bIns="34275" anchor="t" anchorCtr="0">
            <a:normAutofit/>
          </a:bodyPr>
          <a:lstStyle>
            <a:lvl1pPr marL="381635" lvl="0" indent="-317500" algn="l">
              <a:lnSpc>
                <a:spcPct val="90000"/>
              </a:lnSpc>
              <a:spcBef>
                <a:spcPct val="134000"/>
              </a:spcBef>
              <a:spcAft>
                <a:spcPts val="0"/>
              </a:spcAft>
              <a:buClr>
                <a:schemeClr val="dk1"/>
              </a:buClr>
              <a:buSzPts val="2400"/>
              <a:buChar char="•"/>
              <a:defRPr sz="2000"/>
            </a:lvl1pPr>
            <a:lvl2pPr marL="762635" lvl="1" indent="-301625" algn="l">
              <a:lnSpc>
                <a:spcPct val="90000"/>
              </a:lnSpc>
              <a:spcBef>
                <a:spcPct val="67000"/>
              </a:spcBef>
              <a:spcAft>
                <a:spcPts val="0"/>
              </a:spcAft>
              <a:buClr>
                <a:schemeClr val="dk1"/>
              </a:buClr>
              <a:buSzPts val="2100"/>
              <a:buChar char="•"/>
              <a:defRPr sz="1750"/>
            </a:lvl2pPr>
            <a:lvl3pPr marL="1144270" lvl="2" indent="-285750" algn="l">
              <a:lnSpc>
                <a:spcPct val="90000"/>
              </a:lnSpc>
              <a:spcBef>
                <a:spcPct val="67000"/>
              </a:spcBef>
              <a:spcAft>
                <a:spcPts val="0"/>
              </a:spcAft>
              <a:buClr>
                <a:schemeClr val="dk1"/>
              </a:buClr>
              <a:buSzPts val="1800"/>
              <a:buChar char="•"/>
              <a:defRPr sz="1500"/>
            </a:lvl3pPr>
            <a:lvl4pPr marL="1525270" lvl="3" indent="-269875" algn="l">
              <a:lnSpc>
                <a:spcPct val="90000"/>
              </a:lnSpc>
              <a:spcBef>
                <a:spcPct val="67000"/>
              </a:spcBef>
              <a:spcAft>
                <a:spcPts val="0"/>
              </a:spcAft>
              <a:buClr>
                <a:schemeClr val="dk1"/>
              </a:buClr>
              <a:buSzPts val="1500"/>
              <a:buChar char="•"/>
              <a:defRPr sz="1250"/>
            </a:lvl4pPr>
            <a:lvl5pPr marL="1906905" lvl="4" indent="-269875" algn="l">
              <a:lnSpc>
                <a:spcPct val="90000"/>
              </a:lnSpc>
              <a:spcBef>
                <a:spcPct val="67000"/>
              </a:spcBef>
              <a:spcAft>
                <a:spcPts val="0"/>
              </a:spcAft>
              <a:buClr>
                <a:schemeClr val="dk1"/>
              </a:buClr>
              <a:buSzPts val="1500"/>
              <a:buChar char="•"/>
              <a:defRPr sz="1250"/>
            </a:lvl5pPr>
            <a:lvl6pPr marL="2287905" lvl="5" indent="-269875" algn="l">
              <a:lnSpc>
                <a:spcPct val="90000"/>
              </a:lnSpc>
              <a:spcBef>
                <a:spcPct val="67000"/>
              </a:spcBef>
              <a:spcAft>
                <a:spcPts val="0"/>
              </a:spcAft>
              <a:buClr>
                <a:schemeClr val="dk1"/>
              </a:buClr>
              <a:buSzPts val="1500"/>
              <a:buChar char="•"/>
              <a:defRPr sz="1250"/>
            </a:lvl6pPr>
            <a:lvl7pPr marL="2669540" lvl="6" indent="-269875" algn="l">
              <a:lnSpc>
                <a:spcPct val="90000"/>
              </a:lnSpc>
              <a:spcBef>
                <a:spcPct val="67000"/>
              </a:spcBef>
              <a:spcAft>
                <a:spcPts val="0"/>
              </a:spcAft>
              <a:buClr>
                <a:schemeClr val="dk1"/>
              </a:buClr>
              <a:buSzPts val="1500"/>
              <a:buChar char="•"/>
              <a:defRPr sz="1250"/>
            </a:lvl7pPr>
            <a:lvl8pPr marL="3051175" lvl="7" indent="-269875" algn="l">
              <a:lnSpc>
                <a:spcPct val="90000"/>
              </a:lnSpc>
              <a:spcBef>
                <a:spcPct val="67000"/>
              </a:spcBef>
              <a:spcAft>
                <a:spcPts val="0"/>
              </a:spcAft>
              <a:buClr>
                <a:schemeClr val="dk1"/>
              </a:buClr>
              <a:buSzPts val="1500"/>
              <a:buChar char="•"/>
              <a:defRPr sz="1250"/>
            </a:lvl8pPr>
            <a:lvl9pPr marL="3432175" lvl="8" indent="-269875" algn="l">
              <a:lnSpc>
                <a:spcPct val="90000"/>
              </a:lnSpc>
              <a:spcBef>
                <a:spcPct val="67000"/>
              </a:spcBef>
              <a:spcAft>
                <a:spcPts val="0"/>
              </a:spcAft>
              <a:buClr>
                <a:schemeClr val="dk1"/>
              </a:buClr>
              <a:buSzPts val="1500"/>
              <a:buChar char="•"/>
              <a:defRPr sz="1250"/>
            </a:lvl9pPr>
          </a:lstStyle>
          <a:p/>
        </p:txBody>
      </p:sp>
      <p:sp>
        <p:nvSpPr>
          <p:cNvPr id="57" name="Shape 45"/>
          <p:cNvSpPr txBox="1"/>
          <p:nvPr>
            <p:ph type="body" idx="2"/>
          </p:nvPr>
        </p:nvSpPr>
        <p:spPr>
          <a:xfrm>
            <a:off x="472381" y="1287090"/>
            <a:ext cx="2211884" cy="2384493"/>
          </a:xfrm>
          <a:prstGeom prst="rect">
            <a:avLst/>
          </a:prstGeom>
          <a:noFill/>
          <a:ln>
            <a:noFill/>
          </a:ln>
        </p:spPr>
        <p:txBody>
          <a:bodyPr spcFirstLastPara="1" wrap="square" lIns="68575" tIns="34275" rIns="68575" bIns="34275" anchor="t" anchorCtr="0">
            <a:normAutofit/>
          </a:bodyPr>
          <a:lstStyle>
            <a:lvl1pPr marL="381635" lvl="0" indent="-190500" algn="l">
              <a:lnSpc>
                <a:spcPct val="90000"/>
              </a:lnSpc>
              <a:spcBef>
                <a:spcPct val="134000"/>
              </a:spcBef>
              <a:spcAft>
                <a:spcPts val="0"/>
              </a:spcAft>
              <a:buClr>
                <a:schemeClr val="dk1"/>
              </a:buClr>
              <a:buSzPts val="1200"/>
              <a:buNone/>
              <a:defRPr sz="1000"/>
            </a:lvl1pPr>
            <a:lvl2pPr marL="762635" lvl="1" indent="-190500" algn="l">
              <a:lnSpc>
                <a:spcPct val="90000"/>
              </a:lnSpc>
              <a:spcBef>
                <a:spcPct val="67000"/>
              </a:spcBef>
              <a:spcAft>
                <a:spcPts val="0"/>
              </a:spcAft>
              <a:buClr>
                <a:schemeClr val="dk1"/>
              </a:buClr>
              <a:buSzPts val="1100"/>
              <a:buNone/>
              <a:defRPr sz="920"/>
            </a:lvl2pPr>
            <a:lvl3pPr marL="1144270" lvl="2" indent="-190500" algn="l">
              <a:lnSpc>
                <a:spcPct val="90000"/>
              </a:lnSpc>
              <a:spcBef>
                <a:spcPct val="67000"/>
              </a:spcBef>
              <a:spcAft>
                <a:spcPts val="0"/>
              </a:spcAft>
              <a:buClr>
                <a:schemeClr val="dk1"/>
              </a:buClr>
              <a:buSzPts val="900"/>
              <a:buNone/>
              <a:defRPr sz="750"/>
            </a:lvl3pPr>
            <a:lvl4pPr marL="1525270" lvl="3" indent="-190500" algn="l">
              <a:lnSpc>
                <a:spcPct val="90000"/>
              </a:lnSpc>
              <a:spcBef>
                <a:spcPct val="67000"/>
              </a:spcBef>
              <a:spcAft>
                <a:spcPts val="0"/>
              </a:spcAft>
              <a:buClr>
                <a:schemeClr val="dk1"/>
              </a:buClr>
              <a:buSzPts val="800"/>
              <a:buNone/>
              <a:defRPr sz="665"/>
            </a:lvl4pPr>
            <a:lvl5pPr marL="1906905" lvl="4" indent="-190500" algn="l">
              <a:lnSpc>
                <a:spcPct val="90000"/>
              </a:lnSpc>
              <a:spcBef>
                <a:spcPct val="67000"/>
              </a:spcBef>
              <a:spcAft>
                <a:spcPts val="0"/>
              </a:spcAft>
              <a:buClr>
                <a:schemeClr val="dk1"/>
              </a:buClr>
              <a:buSzPts val="800"/>
              <a:buNone/>
              <a:defRPr sz="665"/>
            </a:lvl5pPr>
            <a:lvl6pPr marL="2287905" lvl="5" indent="-190500" algn="l">
              <a:lnSpc>
                <a:spcPct val="90000"/>
              </a:lnSpc>
              <a:spcBef>
                <a:spcPct val="67000"/>
              </a:spcBef>
              <a:spcAft>
                <a:spcPts val="0"/>
              </a:spcAft>
              <a:buClr>
                <a:schemeClr val="dk1"/>
              </a:buClr>
              <a:buSzPts val="800"/>
              <a:buNone/>
              <a:defRPr sz="665"/>
            </a:lvl6pPr>
            <a:lvl7pPr marL="2669540" lvl="6" indent="-190500" algn="l">
              <a:lnSpc>
                <a:spcPct val="90000"/>
              </a:lnSpc>
              <a:spcBef>
                <a:spcPct val="67000"/>
              </a:spcBef>
              <a:spcAft>
                <a:spcPts val="0"/>
              </a:spcAft>
              <a:buClr>
                <a:schemeClr val="dk1"/>
              </a:buClr>
              <a:buSzPts val="800"/>
              <a:buNone/>
              <a:defRPr sz="665"/>
            </a:lvl7pPr>
            <a:lvl8pPr marL="3051175" lvl="7" indent="-190500" algn="l">
              <a:lnSpc>
                <a:spcPct val="90000"/>
              </a:lnSpc>
              <a:spcBef>
                <a:spcPct val="67000"/>
              </a:spcBef>
              <a:spcAft>
                <a:spcPts val="0"/>
              </a:spcAft>
              <a:buClr>
                <a:schemeClr val="dk1"/>
              </a:buClr>
              <a:buSzPts val="800"/>
              <a:buNone/>
              <a:defRPr sz="665"/>
            </a:lvl8pPr>
            <a:lvl9pPr marL="3432175" lvl="8" indent="-190500" algn="l">
              <a:lnSpc>
                <a:spcPct val="90000"/>
              </a:lnSpc>
              <a:spcBef>
                <a:spcPct val="67000"/>
              </a:spcBef>
              <a:spcAft>
                <a:spcPts val="0"/>
              </a:spcAft>
              <a:buClr>
                <a:schemeClr val="dk1"/>
              </a:buClr>
              <a:buSzPts val="800"/>
              <a:buNone/>
              <a:defRPr sz="665"/>
            </a:lvl9pPr>
          </a:lstStyle>
          <a:p/>
        </p:txBody>
      </p:sp>
      <p:sp>
        <p:nvSpPr>
          <p:cNvPr id="58" name="Shape 46"/>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472381" y="286020"/>
            <a:ext cx="2211884" cy="100107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0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2915543" y="617724"/>
            <a:ext cx="3471863" cy="3048894"/>
          </a:xfrm>
          <a:prstGeom prst="rect">
            <a:avLst/>
          </a:prstGeom>
          <a:noFill/>
          <a:ln>
            <a:noFill/>
          </a:ln>
        </p:spPr>
      </p:sp>
      <p:sp>
        <p:nvSpPr>
          <p:cNvPr id="64" name="Shape 26"/>
          <p:cNvSpPr txBox="1"/>
          <p:nvPr>
            <p:ph type="body" idx="1"/>
          </p:nvPr>
        </p:nvSpPr>
        <p:spPr>
          <a:xfrm>
            <a:off x="472381" y="1287090"/>
            <a:ext cx="2211884" cy="2384493"/>
          </a:xfrm>
          <a:prstGeom prst="rect">
            <a:avLst/>
          </a:prstGeom>
          <a:noFill/>
          <a:ln>
            <a:noFill/>
          </a:ln>
        </p:spPr>
        <p:txBody>
          <a:bodyPr spcFirstLastPara="1" wrap="square" lIns="68575" tIns="34275" rIns="68575" bIns="34275" anchor="t" anchorCtr="0">
            <a:normAutofit/>
          </a:bodyPr>
          <a:lstStyle>
            <a:lvl1pPr marL="381635" lvl="0" indent="-190500" algn="l">
              <a:lnSpc>
                <a:spcPct val="90000"/>
              </a:lnSpc>
              <a:spcBef>
                <a:spcPct val="134000"/>
              </a:spcBef>
              <a:spcAft>
                <a:spcPts val="0"/>
              </a:spcAft>
              <a:buClr>
                <a:schemeClr val="dk1"/>
              </a:buClr>
              <a:buSzPts val="1200"/>
              <a:buNone/>
              <a:defRPr sz="1000"/>
            </a:lvl1pPr>
            <a:lvl2pPr marL="762635" lvl="1" indent="-190500" algn="l">
              <a:lnSpc>
                <a:spcPct val="90000"/>
              </a:lnSpc>
              <a:spcBef>
                <a:spcPct val="67000"/>
              </a:spcBef>
              <a:spcAft>
                <a:spcPts val="0"/>
              </a:spcAft>
              <a:buClr>
                <a:schemeClr val="dk1"/>
              </a:buClr>
              <a:buSzPts val="1100"/>
              <a:buNone/>
              <a:defRPr sz="920"/>
            </a:lvl2pPr>
            <a:lvl3pPr marL="1144270" lvl="2" indent="-190500" algn="l">
              <a:lnSpc>
                <a:spcPct val="90000"/>
              </a:lnSpc>
              <a:spcBef>
                <a:spcPct val="67000"/>
              </a:spcBef>
              <a:spcAft>
                <a:spcPts val="0"/>
              </a:spcAft>
              <a:buClr>
                <a:schemeClr val="dk1"/>
              </a:buClr>
              <a:buSzPts val="900"/>
              <a:buNone/>
              <a:defRPr sz="750"/>
            </a:lvl3pPr>
            <a:lvl4pPr marL="1525270" lvl="3" indent="-190500" algn="l">
              <a:lnSpc>
                <a:spcPct val="90000"/>
              </a:lnSpc>
              <a:spcBef>
                <a:spcPct val="67000"/>
              </a:spcBef>
              <a:spcAft>
                <a:spcPts val="0"/>
              </a:spcAft>
              <a:buClr>
                <a:schemeClr val="dk1"/>
              </a:buClr>
              <a:buSzPts val="800"/>
              <a:buNone/>
              <a:defRPr sz="665"/>
            </a:lvl4pPr>
            <a:lvl5pPr marL="1906905" lvl="4" indent="-190500" algn="l">
              <a:lnSpc>
                <a:spcPct val="90000"/>
              </a:lnSpc>
              <a:spcBef>
                <a:spcPct val="67000"/>
              </a:spcBef>
              <a:spcAft>
                <a:spcPts val="0"/>
              </a:spcAft>
              <a:buClr>
                <a:schemeClr val="dk1"/>
              </a:buClr>
              <a:buSzPts val="800"/>
              <a:buNone/>
              <a:defRPr sz="665"/>
            </a:lvl5pPr>
            <a:lvl6pPr marL="2287905" lvl="5" indent="-190500" algn="l">
              <a:lnSpc>
                <a:spcPct val="90000"/>
              </a:lnSpc>
              <a:spcBef>
                <a:spcPct val="67000"/>
              </a:spcBef>
              <a:spcAft>
                <a:spcPts val="0"/>
              </a:spcAft>
              <a:buClr>
                <a:schemeClr val="dk1"/>
              </a:buClr>
              <a:buSzPts val="800"/>
              <a:buNone/>
              <a:defRPr sz="665"/>
            </a:lvl6pPr>
            <a:lvl7pPr marL="2669540" lvl="6" indent="-190500" algn="l">
              <a:lnSpc>
                <a:spcPct val="90000"/>
              </a:lnSpc>
              <a:spcBef>
                <a:spcPct val="67000"/>
              </a:spcBef>
              <a:spcAft>
                <a:spcPts val="0"/>
              </a:spcAft>
              <a:buClr>
                <a:schemeClr val="dk1"/>
              </a:buClr>
              <a:buSzPts val="800"/>
              <a:buNone/>
              <a:defRPr sz="665"/>
            </a:lvl7pPr>
            <a:lvl8pPr marL="3051175" lvl="7" indent="-190500" algn="l">
              <a:lnSpc>
                <a:spcPct val="90000"/>
              </a:lnSpc>
              <a:spcBef>
                <a:spcPct val="67000"/>
              </a:spcBef>
              <a:spcAft>
                <a:spcPts val="0"/>
              </a:spcAft>
              <a:buClr>
                <a:schemeClr val="dk1"/>
              </a:buClr>
              <a:buSzPts val="800"/>
              <a:buNone/>
              <a:defRPr sz="665"/>
            </a:lvl8pPr>
            <a:lvl9pPr marL="3432175" lvl="8" indent="-190500" algn="l">
              <a:lnSpc>
                <a:spcPct val="90000"/>
              </a:lnSpc>
              <a:spcBef>
                <a:spcPct val="67000"/>
              </a:spcBef>
              <a:spcAft>
                <a:spcPts val="0"/>
              </a:spcAft>
              <a:buClr>
                <a:schemeClr val="dk1"/>
              </a:buClr>
              <a:buSzPts val="800"/>
              <a:buNone/>
              <a:defRPr sz="665"/>
            </a:lvl9pPr>
          </a:lstStyle>
          <a:p/>
        </p:txBody>
      </p:sp>
      <p:sp>
        <p:nvSpPr>
          <p:cNvPr id="65" name="Shape 27"/>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471488" y="228419"/>
            <a:ext cx="5915025" cy="829259"/>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205186" y="-786058"/>
            <a:ext cx="2447628" cy="6578460"/>
          </a:xfrm>
          <a:prstGeom prst="rect">
            <a:avLst/>
          </a:prstGeom>
          <a:noFill/>
          <a:ln>
            <a:noFill/>
          </a:ln>
        </p:spPr>
        <p:txBody>
          <a:bodyPr spcFirstLastPara="1" wrap="square" lIns="68575" tIns="34275" rIns="68575" bIns="34275" anchor="t" anchorCtr="0">
            <a:normAutofit/>
          </a:bodyPr>
          <a:lstStyle>
            <a:lvl1pPr marL="381635" lvl="0" indent="-264795" algn="l">
              <a:lnSpc>
                <a:spcPct val="90000"/>
              </a:lnSpc>
              <a:spcBef>
                <a:spcPct val="134000"/>
              </a:spcBef>
              <a:spcAft>
                <a:spcPts val="0"/>
              </a:spcAft>
              <a:buClr>
                <a:schemeClr val="dk1"/>
              </a:buClr>
              <a:buSzPts val="1400"/>
              <a:buChar char="•"/>
              <a:defRPr/>
            </a:lvl1pPr>
            <a:lvl2pPr marL="762635" lvl="1" indent="-264795" algn="l">
              <a:lnSpc>
                <a:spcPct val="90000"/>
              </a:lnSpc>
              <a:spcBef>
                <a:spcPct val="67000"/>
              </a:spcBef>
              <a:spcAft>
                <a:spcPts val="0"/>
              </a:spcAft>
              <a:buClr>
                <a:schemeClr val="dk1"/>
              </a:buClr>
              <a:buSzPts val="1400"/>
              <a:buChar char="•"/>
              <a:defRPr/>
            </a:lvl2pPr>
            <a:lvl3pPr marL="1144270" lvl="2" indent="-264795" algn="l">
              <a:lnSpc>
                <a:spcPct val="90000"/>
              </a:lnSpc>
              <a:spcBef>
                <a:spcPct val="67000"/>
              </a:spcBef>
              <a:spcAft>
                <a:spcPts val="0"/>
              </a:spcAft>
              <a:buClr>
                <a:schemeClr val="dk1"/>
              </a:buClr>
              <a:buSzPts val="1400"/>
              <a:buChar char="•"/>
              <a:defRPr/>
            </a:lvl3pPr>
            <a:lvl4pPr marL="1525270" lvl="3" indent="-264795" algn="l">
              <a:lnSpc>
                <a:spcPct val="90000"/>
              </a:lnSpc>
              <a:spcBef>
                <a:spcPct val="67000"/>
              </a:spcBef>
              <a:spcAft>
                <a:spcPts val="0"/>
              </a:spcAft>
              <a:buClr>
                <a:schemeClr val="dk1"/>
              </a:buClr>
              <a:buSzPts val="1400"/>
              <a:buChar char="•"/>
              <a:defRPr/>
            </a:lvl4pPr>
            <a:lvl5pPr marL="1906905" lvl="4" indent="-264795" algn="l">
              <a:lnSpc>
                <a:spcPct val="90000"/>
              </a:lnSpc>
              <a:spcBef>
                <a:spcPct val="67000"/>
              </a:spcBef>
              <a:spcAft>
                <a:spcPts val="0"/>
              </a:spcAft>
              <a:buClr>
                <a:schemeClr val="dk1"/>
              </a:buClr>
              <a:buSzPts val="1400"/>
              <a:buChar char="•"/>
              <a:defRPr/>
            </a:lvl5pPr>
            <a:lvl6pPr marL="2287905" lvl="5" indent="-264795" algn="l">
              <a:lnSpc>
                <a:spcPct val="90000"/>
              </a:lnSpc>
              <a:spcBef>
                <a:spcPct val="67000"/>
              </a:spcBef>
              <a:spcAft>
                <a:spcPts val="0"/>
              </a:spcAft>
              <a:buClr>
                <a:schemeClr val="dk1"/>
              </a:buClr>
              <a:buSzPts val="1400"/>
              <a:buChar char="•"/>
              <a:defRPr/>
            </a:lvl6pPr>
            <a:lvl7pPr marL="2669540" lvl="6" indent="-264795" algn="l">
              <a:lnSpc>
                <a:spcPct val="90000"/>
              </a:lnSpc>
              <a:spcBef>
                <a:spcPct val="67000"/>
              </a:spcBef>
              <a:spcAft>
                <a:spcPts val="0"/>
              </a:spcAft>
              <a:buClr>
                <a:schemeClr val="dk1"/>
              </a:buClr>
              <a:buSzPts val="1400"/>
              <a:buChar char="•"/>
              <a:defRPr/>
            </a:lvl7pPr>
            <a:lvl8pPr marL="3051175" lvl="7" indent="-264795" algn="l">
              <a:lnSpc>
                <a:spcPct val="90000"/>
              </a:lnSpc>
              <a:spcBef>
                <a:spcPct val="67000"/>
              </a:spcBef>
              <a:spcAft>
                <a:spcPts val="0"/>
              </a:spcAft>
              <a:buClr>
                <a:schemeClr val="dk1"/>
              </a:buClr>
              <a:buSzPts val="1400"/>
              <a:buChar char="•"/>
              <a:defRPr/>
            </a:lvl8pPr>
            <a:lvl9pPr marL="3432175" lvl="8" indent="-264795" algn="l">
              <a:lnSpc>
                <a:spcPct val="90000"/>
              </a:lnSpc>
              <a:spcBef>
                <a:spcPct val="67000"/>
              </a:spcBef>
              <a:spcAft>
                <a:spcPts val="0"/>
              </a:spcAft>
              <a:buClr>
                <a:schemeClr val="dk1"/>
              </a:buClr>
              <a:buSzPts val="1400"/>
              <a:buChar char="•"/>
              <a:defRPr/>
            </a:lvl9pPr>
          </a:lstStyle>
          <a:p/>
        </p:txBody>
      </p:sp>
      <p:sp>
        <p:nvSpPr>
          <p:cNvPr id="71" name="Shape 51"/>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4012555" y="1224026"/>
            <a:ext cx="3269159" cy="164461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012180" y="-372919"/>
            <a:ext cx="3269159" cy="4838505"/>
          </a:xfrm>
          <a:prstGeom prst="rect">
            <a:avLst/>
          </a:prstGeom>
          <a:noFill/>
          <a:ln>
            <a:noFill/>
          </a:ln>
        </p:spPr>
        <p:txBody>
          <a:bodyPr spcFirstLastPara="1" wrap="square" lIns="68575" tIns="34275" rIns="68575" bIns="34275" anchor="t" anchorCtr="0">
            <a:normAutofit/>
          </a:bodyPr>
          <a:lstStyle>
            <a:lvl1pPr marL="381635" lvl="0" indent="-264795" algn="l">
              <a:lnSpc>
                <a:spcPct val="90000"/>
              </a:lnSpc>
              <a:spcBef>
                <a:spcPct val="134000"/>
              </a:spcBef>
              <a:spcAft>
                <a:spcPts val="0"/>
              </a:spcAft>
              <a:buClr>
                <a:schemeClr val="dk1"/>
              </a:buClr>
              <a:buSzPts val="1400"/>
              <a:buChar char="•"/>
              <a:defRPr/>
            </a:lvl1pPr>
            <a:lvl2pPr marL="762635" lvl="1" indent="-264795" algn="l">
              <a:lnSpc>
                <a:spcPct val="90000"/>
              </a:lnSpc>
              <a:spcBef>
                <a:spcPct val="67000"/>
              </a:spcBef>
              <a:spcAft>
                <a:spcPts val="0"/>
              </a:spcAft>
              <a:buClr>
                <a:schemeClr val="dk1"/>
              </a:buClr>
              <a:buSzPts val="1400"/>
              <a:buChar char="•"/>
              <a:defRPr/>
            </a:lvl2pPr>
            <a:lvl3pPr marL="1144270" lvl="2" indent="-264795" algn="l">
              <a:lnSpc>
                <a:spcPct val="90000"/>
              </a:lnSpc>
              <a:spcBef>
                <a:spcPct val="67000"/>
              </a:spcBef>
              <a:spcAft>
                <a:spcPts val="0"/>
              </a:spcAft>
              <a:buClr>
                <a:schemeClr val="dk1"/>
              </a:buClr>
              <a:buSzPts val="1400"/>
              <a:buChar char="•"/>
              <a:defRPr/>
            </a:lvl3pPr>
            <a:lvl4pPr marL="1525270" lvl="3" indent="-264795" algn="l">
              <a:lnSpc>
                <a:spcPct val="90000"/>
              </a:lnSpc>
              <a:spcBef>
                <a:spcPct val="67000"/>
              </a:spcBef>
              <a:spcAft>
                <a:spcPts val="0"/>
              </a:spcAft>
              <a:buClr>
                <a:schemeClr val="dk1"/>
              </a:buClr>
              <a:buSzPts val="1400"/>
              <a:buChar char="•"/>
              <a:defRPr/>
            </a:lvl4pPr>
            <a:lvl5pPr marL="1906905" lvl="4" indent="-264795" algn="l">
              <a:lnSpc>
                <a:spcPct val="90000"/>
              </a:lnSpc>
              <a:spcBef>
                <a:spcPct val="67000"/>
              </a:spcBef>
              <a:spcAft>
                <a:spcPts val="0"/>
              </a:spcAft>
              <a:buClr>
                <a:schemeClr val="dk1"/>
              </a:buClr>
              <a:buSzPts val="1400"/>
              <a:buChar char="•"/>
              <a:defRPr/>
            </a:lvl5pPr>
            <a:lvl6pPr marL="2287905" lvl="5" indent="-264795" algn="l">
              <a:lnSpc>
                <a:spcPct val="90000"/>
              </a:lnSpc>
              <a:spcBef>
                <a:spcPct val="67000"/>
              </a:spcBef>
              <a:spcAft>
                <a:spcPts val="0"/>
              </a:spcAft>
              <a:buClr>
                <a:schemeClr val="dk1"/>
              </a:buClr>
              <a:buSzPts val="1400"/>
              <a:buChar char="•"/>
              <a:defRPr/>
            </a:lvl6pPr>
            <a:lvl7pPr marL="2669540" lvl="6" indent="-264795" algn="l">
              <a:lnSpc>
                <a:spcPct val="90000"/>
              </a:lnSpc>
              <a:spcBef>
                <a:spcPct val="67000"/>
              </a:spcBef>
              <a:spcAft>
                <a:spcPts val="0"/>
              </a:spcAft>
              <a:buClr>
                <a:schemeClr val="dk1"/>
              </a:buClr>
              <a:buSzPts val="1400"/>
              <a:buChar char="•"/>
              <a:defRPr/>
            </a:lvl7pPr>
            <a:lvl8pPr marL="3051175" lvl="7" indent="-264795" algn="l">
              <a:lnSpc>
                <a:spcPct val="90000"/>
              </a:lnSpc>
              <a:spcBef>
                <a:spcPct val="67000"/>
              </a:spcBef>
              <a:spcAft>
                <a:spcPts val="0"/>
              </a:spcAft>
              <a:buClr>
                <a:schemeClr val="dk1"/>
              </a:buClr>
              <a:buSzPts val="1400"/>
              <a:buChar char="•"/>
              <a:defRPr/>
            </a:lvl8pPr>
            <a:lvl9pPr marL="3432175" lvl="8" indent="-264795" algn="l">
              <a:lnSpc>
                <a:spcPct val="90000"/>
              </a:lnSpc>
              <a:spcBef>
                <a:spcPct val="67000"/>
              </a:spcBef>
              <a:spcAft>
                <a:spcPts val="0"/>
              </a:spcAft>
              <a:buClr>
                <a:schemeClr val="dk1"/>
              </a:buClr>
              <a:buSzPts val="1400"/>
              <a:buChar char="•"/>
              <a:defRPr/>
            </a:lvl9pPr>
          </a:lstStyle>
          <a:p/>
        </p:txBody>
      </p:sp>
      <p:sp>
        <p:nvSpPr>
          <p:cNvPr id="77" name="Shape 17"/>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471488" y="228419"/>
            <a:ext cx="5915025" cy="829259"/>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2755"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170"/>
            </a:lvl2pPr>
            <a:lvl3pPr lvl="2">
              <a:spcBef>
                <a:spcPts val="0"/>
              </a:spcBef>
              <a:spcAft>
                <a:spcPts val="0"/>
              </a:spcAft>
              <a:buSzPts val="1100"/>
              <a:buNone/>
              <a:defRPr sz="1170"/>
            </a:lvl3pPr>
            <a:lvl4pPr lvl="3">
              <a:spcBef>
                <a:spcPts val="0"/>
              </a:spcBef>
              <a:spcAft>
                <a:spcPts val="0"/>
              </a:spcAft>
              <a:buSzPts val="1100"/>
              <a:buNone/>
              <a:defRPr sz="1170"/>
            </a:lvl4pPr>
            <a:lvl5pPr lvl="4">
              <a:spcBef>
                <a:spcPts val="0"/>
              </a:spcBef>
              <a:spcAft>
                <a:spcPts val="0"/>
              </a:spcAft>
              <a:buSzPts val="1100"/>
              <a:buNone/>
              <a:defRPr sz="1170"/>
            </a:lvl5pPr>
            <a:lvl6pPr lvl="5">
              <a:spcBef>
                <a:spcPts val="0"/>
              </a:spcBef>
              <a:spcAft>
                <a:spcPts val="0"/>
              </a:spcAft>
              <a:buSzPts val="1100"/>
              <a:buNone/>
              <a:defRPr sz="1170"/>
            </a:lvl6pPr>
            <a:lvl7pPr lvl="6">
              <a:spcBef>
                <a:spcPts val="0"/>
              </a:spcBef>
              <a:spcAft>
                <a:spcPts val="0"/>
              </a:spcAft>
              <a:buSzPts val="1100"/>
              <a:buNone/>
              <a:defRPr sz="1170"/>
            </a:lvl7pPr>
            <a:lvl8pPr lvl="7">
              <a:spcBef>
                <a:spcPts val="0"/>
              </a:spcBef>
              <a:spcAft>
                <a:spcPts val="0"/>
              </a:spcAft>
              <a:buSzPts val="1100"/>
              <a:buNone/>
              <a:defRPr sz="1170"/>
            </a:lvl8pPr>
            <a:lvl9pPr lvl="8">
              <a:spcBef>
                <a:spcPts val="0"/>
              </a:spcBef>
              <a:spcAft>
                <a:spcPts val="0"/>
              </a:spcAft>
              <a:buSzPts val="1100"/>
              <a:buNone/>
              <a:defRPr sz="1170"/>
            </a:lvl9pPr>
          </a:lstStyle>
          <a:p/>
        </p:txBody>
      </p:sp>
      <p:sp>
        <p:nvSpPr>
          <p:cNvPr id="7" name="Shape 2"/>
          <p:cNvSpPr txBox="1"/>
          <p:nvPr>
            <p:ph type="body" idx="1"/>
          </p:nvPr>
        </p:nvSpPr>
        <p:spPr>
          <a:xfrm>
            <a:off x="471488" y="1142094"/>
            <a:ext cx="5915025" cy="2722156"/>
          </a:xfrm>
          <a:prstGeom prst="rect">
            <a:avLst/>
          </a:prstGeom>
          <a:noFill/>
          <a:ln>
            <a:noFill/>
          </a:ln>
        </p:spPr>
        <p:txBody>
          <a:bodyPr spcFirstLastPara="1" wrap="square" lIns="68575" tIns="34275" rIns="68575" bIns="34275" anchor="t" anchorCtr="0">
            <a:normAutofit/>
          </a:bodyPr>
          <a:lstStyle>
            <a:lvl1pPr marL="381635" marR="0" lvl="0" indent="-301625" algn="l" rtl="0">
              <a:lnSpc>
                <a:spcPct val="90000"/>
              </a:lnSpc>
              <a:spcBef>
                <a:spcPct val="134000"/>
              </a:spcBef>
              <a:spcAft>
                <a:spcPts val="0"/>
              </a:spcAft>
              <a:buClr>
                <a:schemeClr val="dk1"/>
              </a:buClr>
              <a:buSzPts val="2100"/>
              <a:buFont typeface="Arial" panose="020B0604020202020204"/>
              <a:buChar char="•"/>
              <a:defRPr sz="175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762635" marR="0" lvl="1" indent="-285750" algn="l" rtl="0">
              <a:lnSpc>
                <a:spcPct val="90000"/>
              </a:lnSpc>
              <a:spcBef>
                <a:spcPct val="67000"/>
              </a:spcBef>
              <a:spcAft>
                <a:spcPts val="0"/>
              </a:spcAft>
              <a:buClr>
                <a:schemeClr val="dk1"/>
              </a:buClr>
              <a:buSzPts val="18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144270" marR="0" lvl="2" indent="-269875" algn="l" rtl="0">
              <a:lnSpc>
                <a:spcPct val="90000"/>
              </a:lnSpc>
              <a:spcBef>
                <a:spcPct val="67000"/>
              </a:spcBef>
              <a:spcAft>
                <a:spcPts val="0"/>
              </a:spcAft>
              <a:buClr>
                <a:schemeClr val="dk1"/>
              </a:buClr>
              <a:buSzPts val="1500"/>
              <a:buFont typeface="Arial" panose="020B0604020202020204"/>
              <a:buChar char="•"/>
              <a:defRPr sz="125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525270" marR="0" lvl="3" indent="-264795" algn="l" rtl="0">
              <a:lnSpc>
                <a:spcPct val="90000"/>
              </a:lnSpc>
              <a:spcBef>
                <a:spcPct val="67000"/>
              </a:spcBef>
              <a:spcAft>
                <a:spcPts val="0"/>
              </a:spcAft>
              <a:buClr>
                <a:schemeClr val="dk1"/>
              </a:buClr>
              <a:buSzPts val="1400"/>
              <a:buFont typeface="Arial" panose="020B0604020202020204"/>
              <a:buChar char="•"/>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1906905" marR="0" lvl="4" indent="-264795" algn="l" rtl="0">
              <a:lnSpc>
                <a:spcPct val="90000"/>
              </a:lnSpc>
              <a:spcBef>
                <a:spcPct val="67000"/>
              </a:spcBef>
              <a:spcAft>
                <a:spcPts val="0"/>
              </a:spcAft>
              <a:buClr>
                <a:schemeClr val="dk1"/>
              </a:buClr>
              <a:buSzPts val="1400"/>
              <a:buFont typeface="Arial" panose="020B0604020202020204"/>
              <a:buChar char="•"/>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287905" marR="0" lvl="5" indent="-264795" algn="l" rtl="0">
              <a:lnSpc>
                <a:spcPct val="90000"/>
              </a:lnSpc>
              <a:spcBef>
                <a:spcPct val="67000"/>
              </a:spcBef>
              <a:spcAft>
                <a:spcPts val="0"/>
              </a:spcAft>
              <a:buClr>
                <a:schemeClr val="dk1"/>
              </a:buClr>
              <a:buSzPts val="1400"/>
              <a:buFont typeface="Arial" panose="020B0604020202020204"/>
              <a:buChar char="•"/>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2669540" marR="0" lvl="6" indent="-264795" algn="l" rtl="0">
              <a:lnSpc>
                <a:spcPct val="90000"/>
              </a:lnSpc>
              <a:spcBef>
                <a:spcPct val="67000"/>
              </a:spcBef>
              <a:spcAft>
                <a:spcPts val="0"/>
              </a:spcAft>
              <a:buClr>
                <a:schemeClr val="dk1"/>
              </a:buClr>
              <a:buSzPts val="1400"/>
              <a:buFont typeface="Arial" panose="020B0604020202020204"/>
              <a:buChar char="•"/>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051175" marR="0" lvl="7" indent="-264795" algn="l" rtl="0">
              <a:lnSpc>
                <a:spcPct val="90000"/>
              </a:lnSpc>
              <a:spcBef>
                <a:spcPct val="67000"/>
              </a:spcBef>
              <a:spcAft>
                <a:spcPts val="0"/>
              </a:spcAft>
              <a:buClr>
                <a:schemeClr val="dk1"/>
              </a:buClr>
              <a:buSzPts val="1400"/>
              <a:buFont typeface="Arial" panose="020B0604020202020204"/>
              <a:buChar char="•"/>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3432175" marR="0" lvl="8" indent="-264795" algn="l" rtl="0">
              <a:lnSpc>
                <a:spcPct val="90000"/>
              </a:lnSpc>
              <a:spcBef>
                <a:spcPct val="67000"/>
              </a:spcBef>
              <a:spcAft>
                <a:spcPts val="0"/>
              </a:spcAft>
              <a:buClr>
                <a:schemeClr val="dk1"/>
              </a:buClr>
              <a:buSzPts val="1400"/>
              <a:buFont typeface="Arial" panose="020B0604020202020204"/>
              <a:buChar char="•"/>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471488" y="3976473"/>
            <a:ext cx="1543050" cy="228419"/>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2271713" y="3976473"/>
            <a:ext cx="2314575" cy="228419"/>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17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4843463" y="3976473"/>
            <a:ext cx="1543050" cy="228419"/>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75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17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png"/><Relationship Id="rId12" Type="http://schemas.openxmlformats.org/officeDocument/2006/relationships/notesSlide" Target="../notesSlides/notesSlide1.xml"/><Relationship Id="rId11" Type="http://schemas.openxmlformats.org/officeDocument/2006/relationships/slideLayout" Target="../slideLayouts/slideLayout12.xml"/><Relationship Id="rId10" Type="http://schemas.openxmlformats.org/officeDocument/2006/relationships/tags" Target="../tags/tag8.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tags" Target="../tags/tag11.xml"/><Relationship Id="rId3" Type="http://schemas.openxmlformats.org/officeDocument/2006/relationships/tags" Target="../tags/tag10.xml"/><Relationship Id="rId21" Type="http://schemas.openxmlformats.org/officeDocument/2006/relationships/notesSlide" Target="../notesSlides/notesSlide4.xml"/><Relationship Id="rId20" Type="http://schemas.openxmlformats.org/officeDocument/2006/relationships/slideLayout" Target="../slideLayouts/slideLayout12.xml"/><Relationship Id="rId2" Type="http://schemas.openxmlformats.org/officeDocument/2006/relationships/tags" Target="../tags/tag9.xml"/><Relationship Id="rId19" Type="http://schemas.openxmlformats.org/officeDocument/2006/relationships/tags" Target="../tags/tag20.xml"/><Relationship Id="rId18" Type="http://schemas.openxmlformats.org/officeDocument/2006/relationships/image" Target="../media/image9.svg"/><Relationship Id="rId17" Type="http://schemas.openxmlformats.org/officeDocument/2006/relationships/image" Target="../media/image8.png"/><Relationship Id="rId16" Type="http://schemas.openxmlformats.org/officeDocument/2006/relationships/tags" Target="../tags/tag19.xml"/><Relationship Id="rId15" Type="http://schemas.openxmlformats.org/officeDocument/2006/relationships/tags" Target="../tags/tag18.xml"/><Relationship Id="rId14" Type="http://schemas.openxmlformats.org/officeDocument/2006/relationships/tags" Target="../tags/tag17.xml"/><Relationship Id="rId13" Type="http://schemas.openxmlformats.org/officeDocument/2006/relationships/tags" Target="../tags/tag16.xml"/><Relationship Id="rId12" Type="http://schemas.openxmlformats.org/officeDocument/2006/relationships/image" Target="../media/image7.svg"/><Relationship Id="rId11" Type="http://schemas.openxmlformats.org/officeDocument/2006/relationships/image" Target="../media/image6.png"/><Relationship Id="rId10" Type="http://schemas.openxmlformats.org/officeDocument/2006/relationships/tags" Target="../tags/tag15.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288450"/>
            <a:ext cx="9144000" cy="5143500"/>
          </a:xfrm>
          <a:prstGeom prst="roundRect">
            <a:avLst>
              <a:gd name="adj" fmla="val 0"/>
            </a:avLst>
          </a:prstGeom>
          <a:solidFill>
            <a:srgbClr val="0A0F1E">
              <a:alpha val="60000"/>
            </a:srgbClr>
          </a:solidFill>
          <a:ln w="25400" cap="flat" cmpd="sng">
            <a:noFill/>
            <a:prstDash val="solid"/>
            <a:round/>
          </a:ln>
        </p:spPr>
        <p:txBody>
          <a:bodyPr vert="horz" wrap="square" lIns="47625" tIns="47625" rIns="47625" bIns="47625" rtlCol="0" anchor="ctr"/>
          <a:lstStyle/>
          <a:p>
            <a:pPr algn="ctr">
              <a:defRPr/>
            </a:pPr>
            <a:endParaRPr sz="1050"/>
          </a:p>
        </p:txBody>
      </p:sp>
      <p:sp>
        <p:nvSpPr>
          <p:cNvPr id="13" name="圆角矩形 12"/>
          <p:cNvSpPr/>
          <p:nvPr/>
        </p:nvSpPr>
        <p:spPr>
          <a:xfrm>
            <a:off x="366236" y="1634332"/>
            <a:ext cx="4822508" cy="3060859"/>
          </a:xfrm>
          <a:prstGeom prst="roundRect">
            <a:avLst/>
          </a:prstGeom>
          <a:solidFill>
            <a:schemeClr val="accent2">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11" name="文本框 10"/>
          <p:cNvSpPr txBox="1"/>
          <p:nvPr/>
        </p:nvSpPr>
        <p:spPr>
          <a:xfrm>
            <a:off x="366236" y="693262"/>
            <a:ext cx="7421404" cy="263366"/>
          </a:xfrm>
          <a:prstGeom prst="rect">
            <a:avLst/>
          </a:prstGeom>
          <a:noFill/>
        </p:spPr>
        <p:txBody>
          <a:bodyPr wrap="square" rtlCol="0">
            <a:noAutofit/>
          </a:bodyPr>
          <a:p>
            <a:r>
              <a:rPr lang="en-US" altLang="zh-CN" sz="3000">
                <a:ln w="22225">
                  <a:solidFill>
                    <a:schemeClr val="accent2"/>
                  </a:solidFill>
                  <a:prstDash val="solid"/>
                </a:ln>
                <a:solidFill>
                  <a:schemeClr val="accent2">
                    <a:lumMod val="40000"/>
                    <a:lumOff val="60000"/>
                  </a:schemeClr>
                </a:solidFill>
                <a:effectLst/>
              </a:rPr>
              <a:t>Dual-layer Decoupled Topology</a:t>
            </a:r>
            <a:endParaRPr lang="en-US" altLang="zh-CN" sz="3000">
              <a:ln w="22225">
                <a:solidFill>
                  <a:schemeClr val="accent2"/>
                </a:solidFill>
                <a:prstDash val="solid"/>
              </a:ln>
              <a:solidFill>
                <a:schemeClr val="accent2">
                  <a:lumMod val="40000"/>
                  <a:lumOff val="60000"/>
                </a:schemeClr>
              </a:solidFill>
              <a:effectLst/>
            </a:endParaRPr>
          </a:p>
        </p:txBody>
      </p:sp>
      <p:pic>
        <p:nvPicPr>
          <p:cNvPr id="12" name="图片 11"/>
          <p:cNvPicPr>
            <a:picLocks noChangeAspect="1"/>
          </p:cNvPicPr>
          <p:nvPr/>
        </p:nvPicPr>
        <p:blipFill>
          <a:blip r:embed="rId2"/>
          <a:stretch>
            <a:fillRect/>
          </a:stretch>
        </p:blipFill>
        <p:spPr>
          <a:xfrm>
            <a:off x="555308" y="1850550"/>
            <a:ext cx="4357688" cy="2628424"/>
          </a:xfrm>
          <a:prstGeom prst="rect">
            <a:avLst/>
          </a:prstGeom>
        </p:spPr>
      </p:pic>
      <p:sp>
        <p:nvSpPr>
          <p:cNvPr id="14" name="矩形 13"/>
          <p:cNvSpPr/>
          <p:nvPr/>
        </p:nvSpPr>
        <p:spPr>
          <a:xfrm>
            <a:off x="5615940" y="1404304"/>
            <a:ext cx="57150" cy="3555206"/>
          </a:xfrm>
          <a:prstGeom prst="rect">
            <a:avLst/>
          </a:prstGeom>
          <a:solidFill>
            <a:srgbClr val="92D05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15" name="矩形 14"/>
          <p:cNvSpPr/>
          <p:nvPr>
            <p:custDataLst>
              <p:tags r:id="rId3"/>
            </p:custDataLst>
          </p:nvPr>
        </p:nvSpPr>
        <p:spPr>
          <a:xfrm>
            <a:off x="5673090" y="1404304"/>
            <a:ext cx="2649855" cy="877729"/>
          </a:xfrm>
          <a:prstGeom prst="rect">
            <a:avLst/>
          </a:prstGeom>
          <a:solidFill>
            <a:schemeClr val="accent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16" name="矩形 15"/>
          <p:cNvSpPr/>
          <p:nvPr>
            <p:custDataLst>
              <p:tags r:id="rId4"/>
            </p:custDataLst>
          </p:nvPr>
        </p:nvSpPr>
        <p:spPr>
          <a:xfrm>
            <a:off x="5673090" y="2282032"/>
            <a:ext cx="2649379" cy="872490"/>
          </a:xfrm>
          <a:prstGeom prst="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17" name="矩形 16"/>
          <p:cNvSpPr/>
          <p:nvPr>
            <p:custDataLst>
              <p:tags r:id="rId5"/>
            </p:custDataLst>
          </p:nvPr>
        </p:nvSpPr>
        <p:spPr>
          <a:xfrm>
            <a:off x="5673090" y="3149284"/>
            <a:ext cx="2649379" cy="905351"/>
          </a:xfrm>
          <a:prstGeom prst="rect">
            <a:avLst/>
          </a:prstGeom>
          <a:solidFill>
            <a:schemeClr val="accent4">
              <a:lumMod val="40000"/>
              <a:lumOff val="6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18" name="矩形 17"/>
          <p:cNvSpPr/>
          <p:nvPr>
            <p:custDataLst>
              <p:tags r:id="rId6"/>
            </p:custDataLst>
          </p:nvPr>
        </p:nvSpPr>
        <p:spPr>
          <a:xfrm>
            <a:off x="5673090" y="4054159"/>
            <a:ext cx="2655570" cy="879158"/>
          </a:xfrm>
          <a:prstGeom prst="rect">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19" name="文本框 18"/>
          <p:cNvSpPr txBox="1"/>
          <p:nvPr>
            <p:custDataLst>
              <p:tags r:id="rId7"/>
            </p:custDataLst>
          </p:nvPr>
        </p:nvSpPr>
        <p:spPr>
          <a:xfrm>
            <a:off x="5815965" y="1520985"/>
            <a:ext cx="2200275" cy="737235"/>
          </a:xfrm>
          <a:prstGeom prst="rect">
            <a:avLst/>
          </a:prstGeom>
          <a:noFill/>
        </p:spPr>
        <p:txBody>
          <a:bodyPr wrap="square" rtlCol="0">
            <a:spAutoFit/>
          </a:bodyPr>
          <a:p>
            <a:r>
              <a:rPr lang="en-US" altLang="zh-CN" sz="2100" b="1">
                <a:solidFill>
                  <a:schemeClr val="tx1"/>
                </a:solidFill>
              </a:rPr>
              <a:t>DNN: Trimming Prediction</a:t>
            </a:r>
            <a:endParaRPr lang="en-US" altLang="zh-CN" sz="2100" b="1">
              <a:solidFill>
                <a:schemeClr val="tx1"/>
              </a:solidFill>
            </a:endParaRPr>
          </a:p>
        </p:txBody>
      </p:sp>
      <p:sp>
        <p:nvSpPr>
          <p:cNvPr id="20" name="文本框 19"/>
          <p:cNvSpPr txBox="1"/>
          <p:nvPr>
            <p:custDataLst>
              <p:tags r:id="rId8"/>
            </p:custDataLst>
          </p:nvPr>
        </p:nvSpPr>
        <p:spPr>
          <a:xfrm>
            <a:off x="5815965" y="2360930"/>
            <a:ext cx="2466975" cy="737235"/>
          </a:xfrm>
          <a:prstGeom prst="rect">
            <a:avLst/>
          </a:prstGeom>
          <a:noFill/>
        </p:spPr>
        <p:txBody>
          <a:bodyPr wrap="square" rtlCol="0">
            <a:spAutoFit/>
          </a:bodyPr>
          <a:p>
            <a:r>
              <a:rPr lang="en-US" altLang="zh-CN" sz="2100" b="1"/>
              <a:t>LSTM: Buffer Congestion Alert</a:t>
            </a:r>
            <a:endParaRPr lang="en-US" altLang="zh-CN" sz="2100" b="1"/>
          </a:p>
        </p:txBody>
      </p:sp>
      <p:sp>
        <p:nvSpPr>
          <p:cNvPr id="22" name="文本框 21"/>
          <p:cNvSpPr txBox="1"/>
          <p:nvPr>
            <p:custDataLst>
              <p:tags r:id="rId9"/>
            </p:custDataLst>
          </p:nvPr>
        </p:nvSpPr>
        <p:spPr>
          <a:xfrm>
            <a:off x="5826443" y="3293111"/>
            <a:ext cx="2399348" cy="737235"/>
          </a:xfrm>
          <a:prstGeom prst="rect">
            <a:avLst/>
          </a:prstGeom>
          <a:noFill/>
        </p:spPr>
        <p:txBody>
          <a:bodyPr wrap="square" rtlCol="0">
            <a:spAutoFit/>
          </a:bodyPr>
          <a:p>
            <a:r>
              <a:rPr lang="en-US" altLang="zh-CN" sz="2100" b="1"/>
              <a:t>QC: ONNX-based Classification</a:t>
            </a:r>
            <a:endParaRPr lang="en-US" altLang="zh-CN" sz="2100" b="1"/>
          </a:p>
        </p:txBody>
      </p:sp>
      <p:sp>
        <p:nvSpPr>
          <p:cNvPr id="23" name="文本框 22"/>
          <p:cNvSpPr txBox="1"/>
          <p:nvPr>
            <p:custDataLst>
              <p:tags r:id="rId10"/>
            </p:custDataLst>
          </p:nvPr>
        </p:nvSpPr>
        <p:spPr>
          <a:xfrm>
            <a:off x="5826443" y="4193224"/>
            <a:ext cx="2322195" cy="737235"/>
          </a:xfrm>
          <a:prstGeom prst="rect">
            <a:avLst/>
          </a:prstGeom>
          <a:noFill/>
        </p:spPr>
        <p:txBody>
          <a:bodyPr wrap="square" rtlCol="0">
            <a:spAutoFit/>
          </a:bodyPr>
          <a:p>
            <a:r>
              <a:rPr lang="en-US" altLang="zh-CN" sz="2100" b="1"/>
              <a:t>DQN: Robotic Routing</a:t>
            </a:r>
            <a:endParaRPr lang="en-US" altLang="zh-CN" sz="2100" b="1"/>
          </a:p>
        </p:txBody>
      </p:sp>
      <p:sp>
        <p:nvSpPr>
          <p:cNvPr id="24" name="文本框 23"/>
          <p:cNvSpPr txBox="1"/>
          <p:nvPr/>
        </p:nvSpPr>
        <p:spPr>
          <a:xfrm>
            <a:off x="366236" y="5040472"/>
            <a:ext cx="8574881" cy="252730"/>
          </a:xfrm>
          <a:prstGeom prst="rect">
            <a:avLst/>
          </a:prstGeom>
          <a:noFill/>
        </p:spPr>
        <p:txBody>
          <a:bodyPr wrap="square" rtlCol="0">
            <a:spAutoFit/>
          </a:bodyPr>
          <a:p>
            <a:r>
              <a:rPr lang="en-US" altLang="zh-CN" sz="1050">
                <a:solidFill>
                  <a:schemeClr val="bg1"/>
                </a:solidFill>
              </a:rPr>
              <a:t>Base Model Credit: The AnyLogic Company : https://cloud.anylogic.com/model/29d54a61-aaac-4c47-8e50-941c0f5bb36e?mode=SETTINGS</a:t>
            </a:r>
            <a:endParaRPr lang="en-US" altLang="zh-CN" sz="105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xEl>
                                              <p:pRg st="0" end="0"/>
                                            </p:txEl>
                                          </p:spTgt>
                                        </p:tgtEl>
                                        <p:attrNameLst>
                                          <p:attrName>style.visibility</p:attrName>
                                        </p:attrNameLst>
                                      </p:cBhvr>
                                      <p:to>
                                        <p:strVal val="visible"/>
                                      </p:to>
                                    </p:set>
                                    <p:animEffect transition="in" filter="fade">
                                      <p:cBhvr>
                                        <p:cTn id="12" dur="500"/>
                                        <p:tgtEl>
                                          <p:spTgt spid="1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xEl>
                                              <p:pRg st="0" end="0"/>
                                            </p:txEl>
                                          </p:spTgt>
                                        </p:tgtEl>
                                        <p:attrNameLst>
                                          <p:attrName>style.visibility</p:attrName>
                                        </p:attrNameLst>
                                      </p:cBhvr>
                                      <p:to>
                                        <p:strVal val="visible"/>
                                      </p:to>
                                    </p:set>
                                    <p:animEffect transition="in" filter="fade">
                                      <p:cBhvr>
                                        <p:cTn id="17" dur="500"/>
                                        <p:tgtEl>
                                          <p:spTgt spid="20">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2">
                                            <p:txEl>
                                              <p:pRg st="0" end="0"/>
                                            </p:txEl>
                                          </p:spTgt>
                                        </p:tgtEl>
                                        <p:attrNameLst>
                                          <p:attrName>style.visibility</p:attrName>
                                        </p:attrNameLst>
                                      </p:cBhvr>
                                      <p:to>
                                        <p:strVal val="visible"/>
                                      </p:to>
                                    </p:set>
                                    <p:animEffect transition="in" filter="fade">
                                      <p:cBhvr>
                                        <p:cTn id="22" dur="500"/>
                                        <p:tgtEl>
                                          <p:spTgt spid="22">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3">
                                            <p:txEl>
                                              <p:pRg st="0" end="0"/>
                                            </p:txEl>
                                          </p:spTgt>
                                        </p:tgtEl>
                                        <p:attrNameLst>
                                          <p:attrName>style.visibility</p:attrName>
                                        </p:attrNameLst>
                                      </p:cBhvr>
                                      <p:to>
                                        <p:strVal val="visible"/>
                                      </p:to>
                                    </p:set>
                                    <p:animEffect transition="in" filter="fade">
                                      <p:cBhvr>
                                        <p:cTn id="27" dur="500"/>
                                        <p:tgtEl>
                                          <p:spTgt spid="2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635"/>
            <a:ext cx="9144000" cy="5721350"/>
          </a:xfrm>
          <a:prstGeom prst="roundRect">
            <a:avLst>
              <a:gd name="adj" fmla="val 0"/>
            </a:avLst>
          </a:prstGeom>
          <a:solidFill>
            <a:srgbClr val="000000">
              <a:alpha val="40000"/>
            </a:srgbClr>
          </a:solidFill>
          <a:ln w="25400" cap="flat" cmpd="sng">
            <a:noFill/>
            <a:prstDash val="solid"/>
            <a:round/>
          </a:ln>
        </p:spPr>
        <p:txBody>
          <a:bodyPr vert="horz" wrap="square" lIns="47625" tIns="47625" rIns="47625" bIns="47625" rtlCol="0" anchor="ctr"/>
          <a:lstStyle/>
          <a:p>
            <a:pPr algn="ctr">
              <a:defRPr/>
            </a:pPr>
            <a:endParaRPr sz="1050"/>
          </a:p>
        </p:txBody>
      </p:sp>
      <p:sp>
        <p:nvSpPr>
          <p:cNvPr id="24" name="文本框 23"/>
          <p:cNvSpPr txBox="1"/>
          <p:nvPr/>
        </p:nvSpPr>
        <p:spPr>
          <a:xfrm>
            <a:off x="527685" y="526575"/>
            <a:ext cx="7227094" cy="922020"/>
          </a:xfrm>
          <a:prstGeom prst="rect">
            <a:avLst/>
          </a:prstGeom>
          <a:noFill/>
        </p:spPr>
        <p:txBody>
          <a:bodyPr wrap="square" rtlCol="0">
            <a:spAutoFit/>
          </a:bodyPr>
          <a:p>
            <a:r>
              <a:rPr lang="en-US" altLang="zh-CN" sz="270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Version 1 Limitation: Single-Point Optimization</a:t>
            </a:r>
            <a:endParaRPr lang="en-US" altLang="zh-CN" sz="270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25" name="流程图: 过程 24"/>
          <p:cNvSpPr/>
          <p:nvPr/>
        </p:nvSpPr>
        <p:spPr>
          <a:xfrm>
            <a:off x="3216593" y="1226186"/>
            <a:ext cx="1444466" cy="555784"/>
          </a:xfrm>
          <a:prstGeom prst="flowChartProcess">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sz="1500" b="1">
                <a:solidFill>
                  <a:schemeClr val="tx1"/>
                </a:solidFill>
              </a:rPr>
              <a:t>......</a:t>
            </a:r>
            <a:endParaRPr lang="en-US" altLang="zh-CN" sz="1500" b="1">
              <a:solidFill>
                <a:schemeClr val="tx1"/>
              </a:solidFill>
            </a:endParaRPr>
          </a:p>
        </p:txBody>
      </p:sp>
      <p:sp>
        <p:nvSpPr>
          <p:cNvPr id="26" name="流程图: 过程 25"/>
          <p:cNvSpPr/>
          <p:nvPr/>
        </p:nvSpPr>
        <p:spPr>
          <a:xfrm>
            <a:off x="3216593" y="2359661"/>
            <a:ext cx="1443990" cy="561023"/>
          </a:xfrm>
          <a:prstGeom prst="flowChartProcess">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27" name="流程图: 过程 26"/>
          <p:cNvSpPr/>
          <p:nvPr/>
        </p:nvSpPr>
        <p:spPr>
          <a:xfrm>
            <a:off x="3216593" y="3498375"/>
            <a:ext cx="1444466" cy="522923"/>
          </a:xfrm>
          <a:prstGeom prst="flowChartProcess">
            <a:avLst/>
          </a:prstGeom>
          <a:solidFill>
            <a:schemeClr val="accent4">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28" name="下箭头 27"/>
          <p:cNvSpPr/>
          <p:nvPr/>
        </p:nvSpPr>
        <p:spPr>
          <a:xfrm>
            <a:off x="3755231" y="1827690"/>
            <a:ext cx="286703" cy="485775"/>
          </a:xfrm>
          <a:prstGeom prst="downArrow">
            <a:avLst>
              <a:gd name="adj1" fmla="val 50065"/>
              <a:gd name="adj2" fmla="val 50000"/>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30" name="下箭头 29"/>
          <p:cNvSpPr/>
          <p:nvPr/>
        </p:nvSpPr>
        <p:spPr>
          <a:xfrm>
            <a:off x="3755231" y="3004980"/>
            <a:ext cx="286703" cy="409099"/>
          </a:xfrm>
          <a:prstGeom prst="downArrow">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33" name="文本框 32"/>
          <p:cNvSpPr txBox="1"/>
          <p:nvPr/>
        </p:nvSpPr>
        <p:spPr>
          <a:xfrm>
            <a:off x="3689033" y="3610294"/>
            <a:ext cx="755333" cy="321945"/>
          </a:xfrm>
          <a:prstGeom prst="rect">
            <a:avLst/>
          </a:prstGeom>
          <a:noFill/>
        </p:spPr>
        <p:txBody>
          <a:bodyPr wrap="square" rtlCol="0">
            <a:spAutoFit/>
          </a:bodyPr>
          <a:p>
            <a:r>
              <a:rPr lang="en-US" altLang="zh-CN" sz="1500" b="1"/>
              <a:t>......</a:t>
            </a:r>
            <a:endParaRPr lang="en-US" altLang="zh-CN" sz="1500" b="1"/>
          </a:p>
        </p:txBody>
      </p:sp>
      <p:sp>
        <p:nvSpPr>
          <p:cNvPr id="34" name="文本框 33"/>
          <p:cNvSpPr txBox="1"/>
          <p:nvPr/>
        </p:nvSpPr>
        <p:spPr>
          <a:xfrm>
            <a:off x="3366611" y="2359185"/>
            <a:ext cx="1444466" cy="553085"/>
          </a:xfrm>
          <a:prstGeom prst="rect">
            <a:avLst/>
          </a:prstGeom>
          <a:noFill/>
        </p:spPr>
        <p:txBody>
          <a:bodyPr wrap="square" rtlCol="0">
            <a:spAutoFit/>
          </a:bodyPr>
          <a:p>
            <a:r>
              <a:rPr lang="en-US" altLang="zh-CN" sz="1350"/>
              <a:t>   </a:t>
            </a:r>
            <a:r>
              <a:rPr lang="en-US" altLang="zh-CN" sz="1350" b="1"/>
              <a:t> </a:t>
            </a:r>
            <a:r>
              <a:rPr lang="en-US" altLang="zh-CN" sz="1500" b="1"/>
              <a:t>Linear       Regression</a:t>
            </a:r>
            <a:endParaRPr lang="en-US" altLang="zh-CN" sz="1500" b="1"/>
          </a:p>
        </p:txBody>
      </p:sp>
      <p:sp>
        <p:nvSpPr>
          <p:cNvPr id="35" name="圆角矩形标注 34"/>
          <p:cNvSpPr/>
          <p:nvPr/>
        </p:nvSpPr>
        <p:spPr>
          <a:xfrm>
            <a:off x="466725" y="2804955"/>
            <a:ext cx="2077879" cy="805339"/>
          </a:xfrm>
          <a:prstGeom prst="wedgeRoundRectCallout">
            <a:avLst>
              <a:gd name="adj1" fmla="val 80758"/>
              <a:gd name="adj2" fmla="val -67918"/>
              <a:gd name="adj3" fmla="val 16667"/>
            </a:avLst>
          </a:prstGeom>
          <a:solidFill>
            <a:schemeClr val="tx1">
              <a:lumMod val="50000"/>
              <a:lumOff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40" name="流程图: 汇总连接 39"/>
          <p:cNvSpPr/>
          <p:nvPr/>
        </p:nvSpPr>
        <p:spPr>
          <a:xfrm>
            <a:off x="588645" y="3004980"/>
            <a:ext cx="200025" cy="211455"/>
          </a:xfrm>
          <a:prstGeom prst="flowChartSummingJunction">
            <a:avLst/>
          </a:prstGeom>
          <a:solidFill>
            <a:srgbClr val="FF000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41" name="文本框 40"/>
          <p:cNvSpPr txBox="1"/>
          <p:nvPr/>
        </p:nvSpPr>
        <p:spPr>
          <a:xfrm>
            <a:off x="871538" y="2920684"/>
            <a:ext cx="1276350" cy="645160"/>
          </a:xfrm>
          <a:prstGeom prst="rect">
            <a:avLst/>
          </a:prstGeom>
          <a:noFill/>
        </p:spPr>
        <p:txBody>
          <a:bodyPr wrap="square" rtlCol="0">
            <a:spAutoFit/>
          </a:bodyPr>
          <a:p>
            <a:r>
              <a:rPr lang="en-US" altLang="zh-CN" sz="1800" b="1">
                <a:solidFill>
                  <a:schemeClr val="bg1"/>
                </a:solidFill>
              </a:rPr>
              <a:t>Rigid Routing</a:t>
            </a:r>
            <a:endParaRPr lang="en-US" altLang="zh-CN" sz="1800" b="1">
              <a:solidFill>
                <a:schemeClr val="bg1"/>
              </a:solidFill>
            </a:endParaRPr>
          </a:p>
        </p:txBody>
      </p:sp>
      <p:sp>
        <p:nvSpPr>
          <p:cNvPr id="42" name="椭圆形标注 41"/>
          <p:cNvSpPr/>
          <p:nvPr/>
        </p:nvSpPr>
        <p:spPr>
          <a:xfrm>
            <a:off x="4988243" y="1460977"/>
            <a:ext cx="2766536" cy="998696"/>
          </a:xfrm>
          <a:prstGeom prst="wedgeEllipseCallout">
            <a:avLst>
              <a:gd name="adj1" fmla="val -70643"/>
              <a:gd name="adj2" fmla="val 71642"/>
            </a:avLst>
          </a:prstGeom>
          <a:solidFill>
            <a:schemeClr val="tx1">
              <a:lumMod val="50000"/>
              <a:lumOff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44" name="椭圆形标注 43"/>
          <p:cNvSpPr/>
          <p:nvPr/>
        </p:nvSpPr>
        <p:spPr>
          <a:xfrm>
            <a:off x="4943951" y="2959736"/>
            <a:ext cx="2521744" cy="1161098"/>
          </a:xfrm>
          <a:prstGeom prst="wedgeEllipseCallout">
            <a:avLst>
              <a:gd name="adj1" fmla="val -63469"/>
              <a:gd name="adj2" fmla="val -58080"/>
            </a:avLst>
          </a:prstGeom>
          <a:solidFill>
            <a:schemeClr val="tx1">
              <a:lumMod val="50000"/>
              <a:lumOff val="5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45" name="流程图: 汇总连接 44"/>
          <p:cNvSpPr/>
          <p:nvPr/>
        </p:nvSpPr>
        <p:spPr>
          <a:xfrm>
            <a:off x="5311140" y="1694816"/>
            <a:ext cx="200025" cy="211455"/>
          </a:xfrm>
          <a:prstGeom prst="flowChartSummingJunction">
            <a:avLst/>
          </a:prstGeom>
          <a:solidFill>
            <a:srgbClr val="FF000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46" name="流程图: 汇总连接 45"/>
          <p:cNvSpPr/>
          <p:nvPr/>
        </p:nvSpPr>
        <p:spPr>
          <a:xfrm>
            <a:off x="5194935" y="3216435"/>
            <a:ext cx="200025" cy="211455"/>
          </a:xfrm>
          <a:prstGeom prst="flowChartSummingJunction">
            <a:avLst/>
          </a:prstGeom>
          <a:solidFill>
            <a:srgbClr val="FF0000"/>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47" name="文本框 46"/>
          <p:cNvSpPr txBox="1"/>
          <p:nvPr/>
        </p:nvSpPr>
        <p:spPr>
          <a:xfrm>
            <a:off x="5560695" y="1644810"/>
            <a:ext cx="2305050" cy="737235"/>
          </a:xfrm>
          <a:prstGeom prst="rect">
            <a:avLst/>
          </a:prstGeom>
          <a:noFill/>
        </p:spPr>
        <p:txBody>
          <a:bodyPr wrap="square" rtlCol="0">
            <a:spAutoFit/>
          </a:bodyPr>
          <a:p>
            <a:r>
              <a:rPr lang="en-US" altLang="zh-CN" sz="2100" b="1">
                <a:solidFill>
                  <a:schemeClr val="bg1"/>
                </a:solidFill>
              </a:rPr>
              <a:t>Unpredictable</a:t>
            </a:r>
            <a:endParaRPr lang="en-US" altLang="zh-CN" sz="2100" b="1">
              <a:solidFill>
                <a:schemeClr val="bg1"/>
              </a:solidFill>
            </a:endParaRPr>
          </a:p>
          <a:p>
            <a:r>
              <a:rPr lang="en-US" altLang="zh-CN" sz="2100" b="1">
                <a:solidFill>
                  <a:schemeClr val="bg1"/>
                </a:solidFill>
              </a:rPr>
              <a:t>Buffer</a:t>
            </a:r>
            <a:endParaRPr lang="en-US" altLang="zh-CN" sz="2100" b="1">
              <a:solidFill>
                <a:schemeClr val="bg1"/>
              </a:solidFill>
            </a:endParaRPr>
          </a:p>
        </p:txBody>
      </p:sp>
      <p:sp>
        <p:nvSpPr>
          <p:cNvPr id="48" name="文本框 47"/>
          <p:cNvSpPr txBox="1"/>
          <p:nvPr/>
        </p:nvSpPr>
        <p:spPr>
          <a:xfrm>
            <a:off x="5455444" y="3216435"/>
            <a:ext cx="2244090" cy="737235"/>
          </a:xfrm>
          <a:prstGeom prst="rect">
            <a:avLst/>
          </a:prstGeom>
          <a:noFill/>
        </p:spPr>
        <p:txBody>
          <a:bodyPr wrap="square" rtlCol="0">
            <a:spAutoFit/>
          </a:bodyPr>
          <a:p>
            <a:r>
              <a:rPr lang="en-US" altLang="zh-CN" sz="2100" b="1">
                <a:solidFill>
                  <a:schemeClr val="bg1"/>
                </a:solidFill>
              </a:rPr>
              <a:t>Static Quality Check</a:t>
            </a:r>
            <a:endParaRPr lang="en-US" altLang="zh-CN" sz="2100" b="1">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000" fill="hold">
                                          <p:stCondLst>
                                            <p:cond delay="0"/>
                                          </p:stCondLst>
                                        </p:cTn>
                                        <p:tgtEl>
                                          <p:spTgt spid="41"/>
                                        </p:tgtEl>
                                        <p:attrNameLst>
                                          <p:attrName>style.visibility</p:attrName>
                                        </p:attrNameLst>
                                      </p:cBhvr>
                                      <p:to>
                                        <p:strVal val="visible"/>
                                      </p:to>
                                    </p:set>
                                    <p:animEffect transition="in" filter="fade">
                                      <p:cBhvr>
                                        <p:cTn id="7" dur="10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000" fill="hold">
                                          <p:stCondLst>
                                            <p:cond delay="0"/>
                                          </p:stCondLst>
                                        </p:cTn>
                                        <p:tgtEl>
                                          <p:spTgt spid="47"/>
                                        </p:tgtEl>
                                        <p:attrNameLst>
                                          <p:attrName>style.visibility</p:attrName>
                                        </p:attrNameLst>
                                      </p:cBhvr>
                                      <p:to>
                                        <p:strVal val="visible"/>
                                      </p:to>
                                    </p:set>
                                    <p:animEffect transition="in" filter="fade">
                                      <p:cBhvr>
                                        <p:cTn id="12" dur="1000"/>
                                        <p:tgtEl>
                                          <p:spTgt spid="4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000" fill="hold">
                                          <p:stCondLst>
                                            <p:cond delay="0"/>
                                          </p:stCondLst>
                                        </p:cTn>
                                        <p:tgtEl>
                                          <p:spTgt spid="48"/>
                                        </p:tgtEl>
                                        <p:attrNameLst>
                                          <p:attrName>style.visibility</p:attrName>
                                        </p:attrNameLst>
                                      </p:cBhvr>
                                      <p:to>
                                        <p:strVal val="visible"/>
                                      </p:to>
                                    </p:set>
                                    <p:animEffect transition="in" filter="fade">
                                      <p:cBhvr>
                                        <p:cTn id="17" dur="1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1" grpId="1"/>
      <p:bldP spid="47" grpId="0"/>
      <p:bldP spid="4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635"/>
            <a:ext cx="9144000" cy="5721350"/>
          </a:xfrm>
          <a:prstGeom prst="roundRect">
            <a:avLst>
              <a:gd name="adj" fmla="val 0"/>
            </a:avLst>
          </a:prstGeom>
          <a:solidFill>
            <a:srgbClr val="000000">
              <a:alpha val="40000"/>
            </a:srgbClr>
          </a:solidFill>
          <a:ln w="25400" cap="flat" cmpd="sng">
            <a:noFill/>
            <a:prstDash val="solid"/>
            <a:round/>
          </a:ln>
        </p:spPr>
        <p:txBody>
          <a:bodyPr vert="horz" wrap="square" lIns="47625" tIns="47625" rIns="47625" bIns="47625" rtlCol="0" anchor="ctr"/>
          <a:lstStyle/>
          <a:p>
            <a:pPr algn="ctr">
              <a:defRPr/>
            </a:pPr>
            <a:endParaRPr sz="1050"/>
          </a:p>
        </p:txBody>
      </p:sp>
      <p:sp>
        <p:nvSpPr>
          <p:cNvPr id="19" name="流程图: 联系 18"/>
          <p:cNvSpPr/>
          <p:nvPr/>
        </p:nvSpPr>
        <p:spPr>
          <a:xfrm>
            <a:off x="1994059" y="953771"/>
            <a:ext cx="966788" cy="972026"/>
          </a:xfrm>
          <a:prstGeom prst="flowChartConnector">
            <a:avLst/>
          </a:prstGeom>
          <a:solidFill>
            <a:schemeClr val="accent4">
              <a:lumMod val="60000"/>
              <a:lumOff val="40000"/>
            </a:schemeClr>
          </a:solidFill>
          <a:ln>
            <a:noFill/>
          </a:ln>
          <a:effectLst>
            <a:glow rad="139700">
              <a:schemeClr val="accent4">
                <a:satMod val="175000"/>
                <a:alpha val="40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23" name="流程图: 联系 22"/>
          <p:cNvSpPr/>
          <p:nvPr/>
        </p:nvSpPr>
        <p:spPr>
          <a:xfrm>
            <a:off x="1994059" y="3911284"/>
            <a:ext cx="966788" cy="972026"/>
          </a:xfrm>
          <a:prstGeom prst="flowChartConnector">
            <a:avLst/>
          </a:prstGeom>
          <a:solidFill>
            <a:schemeClr val="accent4">
              <a:lumMod val="60000"/>
              <a:lumOff val="40000"/>
            </a:schemeClr>
          </a:solidFill>
          <a:ln>
            <a:noFill/>
          </a:ln>
          <a:effectLst>
            <a:glow rad="139700">
              <a:schemeClr val="accent4">
                <a:satMod val="175000"/>
                <a:alpha val="40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24" name="流程图: 联系 23"/>
          <p:cNvSpPr/>
          <p:nvPr/>
        </p:nvSpPr>
        <p:spPr>
          <a:xfrm>
            <a:off x="6111716" y="3911284"/>
            <a:ext cx="966788" cy="972026"/>
          </a:xfrm>
          <a:prstGeom prst="flowChartConnector">
            <a:avLst/>
          </a:prstGeom>
          <a:solidFill>
            <a:schemeClr val="accent4">
              <a:lumMod val="60000"/>
              <a:lumOff val="40000"/>
            </a:schemeClr>
          </a:solidFill>
          <a:ln>
            <a:noFill/>
          </a:ln>
          <a:effectLst>
            <a:glow rad="139700">
              <a:schemeClr val="accent4">
                <a:satMod val="175000"/>
                <a:alpha val="40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25" name="流程图: 联系 24"/>
          <p:cNvSpPr/>
          <p:nvPr/>
        </p:nvSpPr>
        <p:spPr>
          <a:xfrm>
            <a:off x="6111716" y="953771"/>
            <a:ext cx="966788" cy="972026"/>
          </a:xfrm>
          <a:prstGeom prst="flowChartConnector">
            <a:avLst/>
          </a:prstGeom>
          <a:solidFill>
            <a:schemeClr val="accent4">
              <a:lumMod val="60000"/>
              <a:lumOff val="40000"/>
            </a:schemeClr>
          </a:solidFill>
          <a:ln>
            <a:noFill/>
          </a:ln>
          <a:effectLst>
            <a:glow rad="139700">
              <a:schemeClr val="accent4">
                <a:satMod val="175000"/>
                <a:alpha val="40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26" name="上弧形箭头 25"/>
          <p:cNvSpPr/>
          <p:nvPr/>
        </p:nvSpPr>
        <p:spPr>
          <a:xfrm>
            <a:off x="3178016" y="845186"/>
            <a:ext cx="2677478" cy="616268"/>
          </a:xfrm>
          <a:prstGeom prst="curved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solidFill>
                <a:schemeClr val="tx1"/>
              </a:solidFill>
            </a:endParaRPr>
          </a:p>
        </p:txBody>
      </p:sp>
      <p:sp>
        <p:nvSpPr>
          <p:cNvPr id="27" name="下弧形箭头 26"/>
          <p:cNvSpPr/>
          <p:nvPr/>
        </p:nvSpPr>
        <p:spPr>
          <a:xfrm flipH="1">
            <a:off x="3005138" y="4398964"/>
            <a:ext cx="2899886" cy="766286"/>
          </a:xfrm>
          <a:prstGeom prst="curvedUpArrow">
            <a:avLst>
              <a:gd name="adj1" fmla="val 17815"/>
              <a:gd name="adj2" fmla="val 50000"/>
              <a:gd name="adj3" fmla="val 25000"/>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solidFill>
                <a:schemeClr val="tx1"/>
              </a:solidFill>
            </a:endParaRPr>
          </a:p>
        </p:txBody>
      </p:sp>
      <p:sp>
        <p:nvSpPr>
          <p:cNvPr id="28" name="右弧形箭头 27"/>
          <p:cNvSpPr/>
          <p:nvPr/>
        </p:nvSpPr>
        <p:spPr>
          <a:xfrm>
            <a:off x="6893719" y="2082484"/>
            <a:ext cx="750094" cy="1672114"/>
          </a:xfrm>
          <a:prstGeom prst="curved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solidFill>
                <a:schemeClr val="tx1"/>
              </a:solidFill>
            </a:endParaRPr>
          </a:p>
        </p:txBody>
      </p:sp>
      <p:sp>
        <p:nvSpPr>
          <p:cNvPr id="29" name="右弧形箭头 28"/>
          <p:cNvSpPr/>
          <p:nvPr/>
        </p:nvSpPr>
        <p:spPr>
          <a:xfrm flipH="1" flipV="1">
            <a:off x="1528286" y="1925797"/>
            <a:ext cx="660559" cy="1970246"/>
          </a:xfrm>
          <a:prstGeom prst="curvedLeft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solidFill>
                <a:schemeClr val="tx1"/>
              </a:solidFill>
            </a:endParaRPr>
          </a:p>
        </p:txBody>
      </p:sp>
      <p:sp>
        <p:nvSpPr>
          <p:cNvPr id="30" name="文本框 29"/>
          <p:cNvSpPr txBox="1"/>
          <p:nvPr/>
        </p:nvSpPr>
        <p:spPr>
          <a:xfrm>
            <a:off x="2122170" y="1244284"/>
            <a:ext cx="800100" cy="414020"/>
          </a:xfrm>
          <a:prstGeom prst="rect">
            <a:avLst/>
          </a:prstGeom>
          <a:noFill/>
        </p:spPr>
        <p:txBody>
          <a:bodyPr wrap="square" rtlCol="0">
            <a:spAutoFit/>
          </a:bodyPr>
          <a:p>
            <a:r>
              <a:rPr lang="en-US" altLang="zh-CN" sz="2100" b="1"/>
              <a:t>DNN</a:t>
            </a:r>
            <a:endParaRPr lang="en-US" altLang="zh-CN" sz="2100" b="1"/>
          </a:p>
        </p:txBody>
      </p:sp>
      <p:sp>
        <p:nvSpPr>
          <p:cNvPr id="34" name="文本框 33"/>
          <p:cNvSpPr txBox="1"/>
          <p:nvPr/>
        </p:nvSpPr>
        <p:spPr>
          <a:xfrm>
            <a:off x="6139815" y="1244284"/>
            <a:ext cx="938689" cy="414020"/>
          </a:xfrm>
          <a:prstGeom prst="rect">
            <a:avLst/>
          </a:prstGeom>
          <a:noFill/>
        </p:spPr>
        <p:txBody>
          <a:bodyPr wrap="square" rtlCol="0">
            <a:spAutoFit/>
          </a:bodyPr>
          <a:p>
            <a:r>
              <a:rPr lang="en-US" altLang="zh-CN" sz="2100" b="1"/>
              <a:t>LSTM</a:t>
            </a:r>
            <a:endParaRPr lang="en-US" altLang="zh-CN" sz="2100" b="1"/>
          </a:p>
        </p:txBody>
      </p:sp>
      <p:sp>
        <p:nvSpPr>
          <p:cNvPr id="35" name="文本框 34"/>
          <p:cNvSpPr txBox="1"/>
          <p:nvPr/>
        </p:nvSpPr>
        <p:spPr>
          <a:xfrm>
            <a:off x="6304121" y="4201320"/>
            <a:ext cx="638651" cy="414020"/>
          </a:xfrm>
          <a:prstGeom prst="rect">
            <a:avLst/>
          </a:prstGeom>
          <a:noFill/>
        </p:spPr>
        <p:txBody>
          <a:bodyPr wrap="square" rtlCol="0">
            <a:spAutoFit/>
          </a:bodyPr>
          <a:p>
            <a:r>
              <a:rPr lang="en-US" altLang="zh-CN" sz="2100" b="1"/>
              <a:t>QC</a:t>
            </a:r>
            <a:endParaRPr lang="en-US" altLang="zh-CN" sz="2100" b="1"/>
          </a:p>
        </p:txBody>
      </p:sp>
      <p:sp>
        <p:nvSpPr>
          <p:cNvPr id="36" name="文本框 35"/>
          <p:cNvSpPr txBox="1"/>
          <p:nvPr/>
        </p:nvSpPr>
        <p:spPr>
          <a:xfrm>
            <a:off x="2085023" y="4201320"/>
            <a:ext cx="784384" cy="414020"/>
          </a:xfrm>
          <a:prstGeom prst="rect">
            <a:avLst/>
          </a:prstGeom>
          <a:noFill/>
        </p:spPr>
        <p:txBody>
          <a:bodyPr wrap="square" rtlCol="0">
            <a:spAutoFit/>
          </a:bodyPr>
          <a:p>
            <a:r>
              <a:rPr lang="en-US" altLang="zh-CN" sz="2100" b="1"/>
              <a:t>DQN</a:t>
            </a:r>
            <a:endParaRPr lang="en-US" altLang="zh-CN" sz="2100" b="1"/>
          </a:p>
        </p:txBody>
      </p:sp>
      <p:sp>
        <p:nvSpPr>
          <p:cNvPr id="37" name="椭圆 36"/>
          <p:cNvSpPr/>
          <p:nvPr/>
        </p:nvSpPr>
        <p:spPr>
          <a:xfrm>
            <a:off x="2761774" y="2203927"/>
            <a:ext cx="199073" cy="183356"/>
          </a:xfrm>
          <a:prstGeom prst="ellipse">
            <a:avLst/>
          </a:prstGeom>
          <a:solidFill>
            <a:schemeClr val="bg1"/>
          </a:solidFill>
          <a:ln>
            <a:noFill/>
          </a:ln>
          <a:effectLst>
            <a:glow rad="228600">
              <a:schemeClr val="accent3">
                <a:satMod val="175000"/>
                <a:alpha val="40000"/>
              </a:schemeClr>
            </a:glo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sz="1050"/>
          </a:p>
        </p:txBody>
      </p:sp>
      <p:sp>
        <p:nvSpPr>
          <p:cNvPr id="38" name="文本框 37"/>
          <p:cNvSpPr txBox="1"/>
          <p:nvPr/>
        </p:nvSpPr>
        <p:spPr>
          <a:xfrm>
            <a:off x="2188845" y="405607"/>
            <a:ext cx="6414135" cy="414020"/>
          </a:xfrm>
          <a:prstGeom prst="rect">
            <a:avLst/>
          </a:prstGeom>
          <a:noFill/>
        </p:spPr>
        <p:txBody>
          <a:bodyPr wrap="square" rtlCol="0">
            <a:spAutoFit/>
          </a:bodyPr>
          <a:p>
            <a:r>
              <a:rPr lang="en-US" altLang="zh-CN" sz="210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Version 2: Multi-Agent Digital Twin</a:t>
            </a:r>
            <a:endParaRPr lang="en-US" altLang="zh-CN" sz="210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39" name="文本框 38"/>
          <p:cNvSpPr txBox="1"/>
          <p:nvPr/>
        </p:nvSpPr>
        <p:spPr>
          <a:xfrm>
            <a:off x="2527459" y="2577784"/>
            <a:ext cx="4415314" cy="414020"/>
          </a:xfrm>
          <a:prstGeom prst="rect">
            <a:avLst/>
          </a:prstGeom>
          <a:noFill/>
          <a:effectLst>
            <a:glow rad="139700">
              <a:schemeClr val="accent1">
                <a:satMod val="175000"/>
                <a:alpha val="40000"/>
              </a:schemeClr>
            </a:glow>
          </a:effectLst>
        </p:spPr>
        <p:txBody>
          <a:bodyPr wrap="square" rtlCol="0">
            <a:spAutoFit/>
          </a:bodyPr>
          <a:p>
            <a:r>
              <a:rPr lang="en-US" altLang="zh-CN" sz="2100" b="1">
                <a:solidFill>
                  <a:schemeClr val="bg1"/>
                </a:solidFill>
              </a:rPr>
              <a:t>Seamless Event-Driven Control</a:t>
            </a:r>
            <a:endParaRPr lang="en-US" altLang="zh-CN" sz="2100" b="1">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path" presetSubtype="0" repeatCount="indefinite" accel="50000" decel="50000" fill="hold" grpId="0" nodeType="clickEffect">
                                  <p:stCondLst>
                                    <p:cond delay="0"/>
                                  </p:stCondLst>
                                  <p:childTnLst>
                                    <p:animMotion origin="layout" path="M 0.187347 -0.219103 C 0.312785 -0.219103 0.414586 -0.067965 0.414586 0.118258 C 0.414586 0.304482 0.312785 0.455619 0.187347 0.455619 C 0.0619117 0.455619 -0.0398922 0.304482 -0.0398922 0.118258 C -0.0398922 -0.067965 0.0619117 -0.219103 0.187347 -0.219103 Z " pathEditMode="relative" rAng="0" ptsTypes="">
                                      <p:cBhvr>
                                        <p:cTn id="6" dur="2000" fill="hold"/>
                                        <p:tgtEl>
                                          <p:spTgt spid="37"/>
                                        </p:tgtEl>
                                        <p:attrNameLst>
                                          <p:attrName>ppt_x</p:attrName>
                                          <p:attrName>ppt_y</p:attrName>
                                        </p:attrNameLst>
                                      </p:cBhvr>
                                      <p:rCtr x="0" y="33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635"/>
            <a:ext cx="9144000" cy="5720080"/>
          </a:xfrm>
          <a:prstGeom prst="roundRect">
            <a:avLst>
              <a:gd name="adj" fmla="val 0"/>
            </a:avLst>
          </a:prstGeom>
          <a:solidFill>
            <a:srgbClr val="0F172A">
              <a:alpha val="60000"/>
            </a:srgbClr>
          </a:solidFill>
          <a:ln w="25400" cap="flat" cmpd="sng">
            <a:noFill/>
            <a:prstDash val="solid"/>
            <a:round/>
          </a:ln>
        </p:spPr>
        <p:txBody>
          <a:bodyPr vert="horz" wrap="square" lIns="47625" tIns="47625" rIns="47625" bIns="47625" rtlCol="0" anchor="ctr"/>
          <a:lstStyle/>
          <a:p>
            <a:pPr algn="ctr">
              <a:defRPr/>
            </a:pPr>
            <a:endParaRPr sz="1050"/>
          </a:p>
        </p:txBody>
      </p:sp>
      <p:sp>
        <p:nvSpPr>
          <p:cNvPr id="16" name="文本框 15"/>
          <p:cNvSpPr txBox="1"/>
          <p:nvPr/>
        </p:nvSpPr>
        <p:spPr>
          <a:xfrm>
            <a:off x="1309688" y="389415"/>
            <a:ext cx="6373178" cy="506730"/>
          </a:xfrm>
          <a:prstGeom prst="rect">
            <a:avLst/>
          </a:prstGeom>
          <a:noFill/>
        </p:spPr>
        <p:txBody>
          <a:bodyPr wrap="square" rtlCol="0">
            <a:spAutoFit/>
          </a:bodyPr>
          <a:p>
            <a:r>
              <a:rPr lang="en-US" altLang="zh-CN" sz="2700"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Performance Comparison: V1 vs V2</a:t>
            </a:r>
            <a:endParaRPr lang="en-US" altLang="zh-CN" sz="2700" b="1">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sp>
        <p:nvSpPr>
          <p:cNvPr id="18" name="AutoShape 8"/>
          <p:cNvSpPr/>
          <p:nvPr>
            <p:custDataLst>
              <p:tags r:id="rId2"/>
            </p:custDataLst>
          </p:nvPr>
        </p:nvSpPr>
        <p:spPr>
          <a:xfrm>
            <a:off x="5082064" y="1450976"/>
            <a:ext cx="3619500" cy="857250"/>
          </a:xfrm>
          <a:prstGeom prst="roundRect">
            <a:avLst>
              <a:gd name="adj" fmla="val 0"/>
            </a:avLst>
          </a:prstGeom>
          <a:solidFill>
            <a:srgbClr val="FFFFFF">
              <a:alpha val="5000"/>
            </a:srgbClr>
          </a:solidFill>
          <a:ln w="25400" cap="flat" cmpd="sng">
            <a:noFill/>
            <a:prstDash val="solid"/>
            <a:round/>
          </a:ln>
        </p:spPr>
        <p:txBody>
          <a:bodyPr vert="horz" wrap="square" lIns="47625" tIns="47625" rIns="47625" bIns="47625" rtlCol="0" anchor="ctr"/>
          <a:lstStyle/>
          <a:p>
            <a:pPr algn="ctr">
              <a:defRPr/>
            </a:pPr>
            <a:endParaRPr sz="1050"/>
          </a:p>
        </p:txBody>
      </p:sp>
      <p:sp>
        <p:nvSpPr>
          <p:cNvPr id="19" name="AutoShape 9"/>
          <p:cNvSpPr/>
          <p:nvPr>
            <p:custDataLst>
              <p:tags r:id="rId3"/>
            </p:custDataLst>
          </p:nvPr>
        </p:nvSpPr>
        <p:spPr>
          <a:xfrm>
            <a:off x="5082064" y="1450976"/>
            <a:ext cx="38100" cy="857250"/>
          </a:xfrm>
          <a:prstGeom prst="roundRect">
            <a:avLst>
              <a:gd name="adj" fmla="val 0"/>
            </a:avLst>
          </a:prstGeom>
          <a:solidFill>
            <a:srgbClr val="9013FE">
              <a:alpha val="100000"/>
            </a:srgbClr>
          </a:solidFill>
          <a:ln w="25400" cap="flat" cmpd="sng">
            <a:noFill/>
            <a:prstDash val="solid"/>
            <a:round/>
          </a:ln>
        </p:spPr>
        <p:txBody>
          <a:bodyPr vert="horz" wrap="square" lIns="47625" tIns="47625" rIns="47625" bIns="47625" rtlCol="0" anchor="ctr"/>
          <a:lstStyle/>
          <a:p>
            <a:pPr algn="ctr">
              <a:defRPr/>
            </a:pPr>
            <a:endParaRPr sz="1050"/>
          </a:p>
        </p:txBody>
      </p:sp>
      <p:pic>
        <p:nvPicPr>
          <p:cNvPr id="20" name="Picture 10"/>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272564" y="1593851"/>
            <a:ext cx="342900" cy="342900"/>
          </a:xfrm>
          <a:prstGeom prst="rect">
            <a:avLst/>
          </a:prstGeom>
        </p:spPr>
      </p:pic>
      <p:sp>
        <p:nvSpPr>
          <p:cNvPr id="21" name="AutoShape 11"/>
          <p:cNvSpPr/>
          <p:nvPr>
            <p:custDataLst>
              <p:tags r:id="rId7"/>
            </p:custDataLst>
          </p:nvPr>
        </p:nvSpPr>
        <p:spPr>
          <a:xfrm>
            <a:off x="5748814" y="1527176"/>
            <a:ext cx="2857500" cy="66675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000" b="1" i="0" u="none" strike="noStrike">
                <a:solidFill>
                  <a:srgbClr val="FFFFFF"/>
                </a:solidFill>
                <a:latin typeface="Poppins"/>
                <a:ea typeface="Poppins"/>
                <a:cs typeface="Poppins"/>
                <a:sym typeface="Poppins"/>
              </a:rPr>
              <a:t>416 ➔ 427</a:t>
            </a:r>
            <a:endParaRPr lang="en-US" sz="825"/>
          </a:p>
          <a:p>
            <a:pPr marL="0" indent="0" algn="l">
              <a:lnSpc>
                <a:spcPct val="125000"/>
              </a:lnSpc>
            </a:pPr>
            <a:r>
              <a:rPr lang="en-US" sz="1050" b="0" i="0" u="none" strike="noStrike">
                <a:solidFill>
                  <a:srgbClr val="FFFFFF">
                    <a:alpha val="70196"/>
                  </a:srgbClr>
                </a:solidFill>
                <a:latin typeface="Poppins"/>
                <a:ea typeface="Poppins"/>
                <a:cs typeface="Poppins"/>
                <a:sym typeface="Poppins"/>
              </a:rPr>
              <a:t>Throughput (Units) — Significant Uplift</a:t>
            </a:r>
            <a:endParaRPr lang="en-US" sz="1050" b="0" i="0" u="none" strike="noStrike">
              <a:solidFill>
                <a:srgbClr val="FFFFFF">
                  <a:alpha val="70196"/>
                </a:srgbClr>
              </a:solidFill>
              <a:latin typeface="Poppins"/>
              <a:ea typeface="Poppins"/>
              <a:cs typeface="Poppins"/>
              <a:sym typeface="Poppins"/>
            </a:endParaRPr>
          </a:p>
        </p:txBody>
      </p:sp>
      <p:sp>
        <p:nvSpPr>
          <p:cNvPr id="22" name="AutoShape 12"/>
          <p:cNvSpPr/>
          <p:nvPr>
            <p:custDataLst>
              <p:tags r:id="rId8"/>
            </p:custDataLst>
          </p:nvPr>
        </p:nvSpPr>
        <p:spPr>
          <a:xfrm>
            <a:off x="5082064" y="2593976"/>
            <a:ext cx="3619500" cy="857250"/>
          </a:xfrm>
          <a:prstGeom prst="roundRect">
            <a:avLst>
              <a:gd name="adj" fmla="val 0"/>
            </a:avLst>
          </a:prstGeom>
          <a:solidFill>
            <a:srgbClr val="FFFFFF">
              <a:alpha val="5000"/>
            </a:srgbClr>
          </a:solidFill>
          <a:ln w="25400" cap="flat" cmpd="sng">
            <a:noFill/>
            <a:prstDash val="solid"/>
            <a:round/>
          </a:ln>
        </p:spPr>
        <p:txBody>
          <a:bodyPr vert="horz" wrap="square" lIns="47625" tIns="47625" rIns="47625" bIns="47625" rtlCol="0" anchor="ctr"/>
          <a:lstStyle/>
          <a:p>
            <a:pPr algn="ctr">
              <a:defRPr/>
            </a:pPr>
            <a:endParaRPr sz="1050"/>
          </a:p>
        </p:txBody>
      </p:sp>
      <p:sp>
        <p:nvSpPr>
          <p:cNvPr id="23" name="AutoShape 13"/>
          <p:cNvSpPr/>
          <p:nvPr>
            <p:custDataLst>
              <p:tags r:id="rId9"/>
            </p:custDataLst>
          </p:nvPr>
        </p:nvSpPr>
        <p:spPr>
          <a:xfrm>
            <a:off x="5082064" y="2593976"/>
            <a:ext cx="38100" cy="857250"/>
          </a:xfrm>
          <a:prstGeom prst="roundRect">
            <a:avLst>
              <a:gd name="adj" fmla="val 0"/>
            </a:avLst>
          </a:prstGeom>
          <a:solidFill>
            <a:srgbClr val="9013FE">
              <a:alpha val="100000"/>
            </a:srgbClr>
          </a:solidFill>
          <a:ln w="25400" cap="flat" cmpd="sng">
            <a:noFill/>
            <a:prstDash val="solid"/>
            <a:round/>
          </a:ln>
        </p:spPr>
        <p:txBody>
          <a:bodyPr vert="horz" wrap="square" lIns="47625" tIns="47625" rIns="47625" bIns="47625" rtlCol="0" anchor="ctr"/>
          <a:lstStyle/>
          <a:p>
            <a:pPr algn="ctr">
              <a:defRPr/>
            </a:pPr>
            <a:endParaRPr sz="1050"/>
          </a:p>
        </p:txBody>
      </p:sp>
      <p:pic>
        <p:nvPicPr>
          <p:cNvPr id="24" name="Picture 14"/>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272564" y="2736851"/>
            <a:ext cx="342900" cy="342900"/>
          </a:xfrm>
          <a:prstGeom prst="rect">
            <a:avLst/>
          </a:prstGeom>
        </p:spPr>
      </p:pic>
      <p:sp>
        <p:nvSpPr>
          <p:cNvPr id="25" name="AutoShape 15"/>
          <p:cNvSpPr/>
          <p:nvPr>
            <p:custDataLst>
              <p:tags r:id="rId13"/>
            </p:custDataLst>
          </p:nvPr>
        </p:nvSpPr>
        <p:spPr>
          <a:xfrm>
            <a:off x="5748814" y="2670176"/>
            <a:ext cx="2857500" cy="66675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000" b="1" i="0" u="none" strike="noStrike">
                <a:solidFill>
                  <a:srgbClr val="FFFFFF"/>
                </a:solidFill>
                <a:latin typeface="Poppins"/>
                <a:ea typeface="Poppins"/>
                <a:cs typeface="Poppins"/>
                <a:sym typeface="Poppins"/>
              </a:rPr>
              <a:t>0.036 ms </a:t>
            </a:r>
            <a:r>
              <a:rPr lang="en-US" altLang="zh-CN" sz="1050" b="1" i="0" u="none" strike="noStrike">
                <a:solidFill>
                  <a:srgbClr val="FFFFFF"/>
                </a:solidFill>
                <a:latin typeface="Poppins"/>
                <a:ea typeface="宋体" panose="02010600030101010101" pitchFamily="2" charset="-122"/>
                <a:cs typeface="Poppins"/>
                <a:sym typeface="Poppins"/>
              </a:rPr>
              <a:t>(</a:t>
            </a:r>
            <a:r>
              <a:rPr lang="en-US" altLang="zh-CN" sz="1050" b="1" i="0" u="none" strike="noStrike">
                <a:solidFill>
                  <a:srgbClr val="FFFFFF"/>
                </a:solidFill>
                <a:latin typeface="Poppins"/>
                <a:ea typeface="宋体" panose="02010600030101010101" pitchFamily="2" charset="-122"/>
                <a:cs typeface="Poppins"/>
                <a:sym typeface="Poppins"/>
              </a:rPr>
              <a:t>on average)</a:t>
            </a:r>
            <a:endParaRPr lang="en-US" sz="825"/>
          </a:p>
          <a:p>
            <a:pPr marL="0" indent="0" algn="l">
              <a:lnSpc>
                <a:spcPct val="125000"/>
              </a:lnSpc>
            </a:pPr>
            <a:r>
              <a:rPr lang="en-US" sz="1050" b="0" i="0" u="none" strike="noStrike">
                <a:solidFill>
                  <a:srgbClr val="FFFFFF">
                    <a:alpha val="70196"/>
                  </a:srgbClr>
                </a:solidFill>
                <a:latin typeface="Poppins"/>
                <a:ea typeface="Poppins"/>
                <a:cs typeface="Poppins"/>
                <a:sym typeface="Poppins"/>
              </a:rPr>
              <a:t>Mean Inference Latency — Ultra-Low Response</a:t>
            </a:r>
            <a:endParaRPr lang="en-US" sz="1050" b="0" i="0" u="none" strike="noStrike">
              <a:solidFill>
                <a:srgbClr val="FFFFFF">
                  <a:alpha val="70196"/>
                </a:srgbClr>
              </a:solidFill>
              <a:latin typeface="Poppins"/>
              <a:ea typeface="Poppins"/>
              <a:cs typeface="Poppins"/>
              <a:sym typeface="Poppins"/>
            </a:endParaRPr>
          </a:p>
        </p:txBody>
      </p:sp>
      <p:sp>
        <p:nvSpPr>
          <p:cNvPr id="26" name="AutoShape 16"/>
          <p:cNvSpPr/>
          <p:nvPr>
            <p:custDataLst>
              <p:tags r:id="rId14"/>
            </p:custDataLst>
          </p:nvPr>
        </p:nvSpPr>
        <p:spPr>
          <a:xfrm>
            <a:off x="5082064" y="3736976"/>
            <a:ext cx="3619500" cy="857250"/>
          </a:xfrm>
          <a:prstGeom prst="roundRect">
            <a:avLst>
              <a:gd name="adj" fmla="val 0"/>
            </a:avLst>
          </a:prstGeom>
          <a:solidFill>
            <a:srgbClr val="FFFFFF">
              <a:alpha val="5000"/>
            </a:srgbClr>
          </a:solidFill>
          <a:ln w="25400" cap="flat" cmpd="sng">
            <a:noFill/>
            <a:prstDash val="solid"/>
            <a:round/>
          </a:ln>
        </p:spPr>
        <p:txBody>
          <a:bodyPr vert="horz" wrap="square" lIns="47625" tIns="47625" rIns="47625" bIns="47625" rtlCol="0" anchor="ctr"/>
          <a:lstStyle/>
          <a:p>
            <a:pPr algn="ctr">
              <a:defRPr/>
            </a:pPr>
            <a:endParaRPr sz="1050"/>
          </a:p>
        </p:txBody>
      </p:sp>
      <p:sp>
        <p:nvSpPr>
          <p:cNvPr id="27" name="AutoShape 17"/>
          <p:cNvSpPr/>
          <p:nvPr>
            <p:custDataLst>
              <p:tags r:id="rId15"/>
            </p:custDataLst>
          </p:nvPr>
        </p:nvSpPr>
        <p:spPr>
          <a:xfrm>
            <a:off x="5082064" y="3736976"/>
            <a:ext cx="38100" cy="857250"/>
          </a:xfrm>
          <a:prstGeom prst="roundRect">
            <a:avLst>
              <a:gd name="adj" fmla="val 0"/>
            </a:avLst>
          </a:prstGeom>
          <a:solidFill>
            <a:srgbClr val="9013FE">
              <a:alpha val="100000"/>
            </a:srgbClr>
          </a:solidFill>
          <a:ln w="25400" cap="flat" cmpd="sng">
            <a:noFill/>
            <a:prstDash val="solid"/>
            <a:round/>
          </a:ln>
        </p:spPr>
        <p:txBody>
          <a:bodyPr vert="horz" wrap="square" lIns="47625" tIns="47625" rIns="47625" bIns="47625" rtlCol="0" anchor="ctr"/>
          <a:lstStyle/>
          <a:p>
            <a:pPr algn="ctr">
              <a:defRPr/>
            </a:pPr>
            <a:endParaRPr sz="1050"/>
          </a:p>
        </p:txBody>
      </p:sp>
      <p:pic>
        <p:nvPicPr>
          <p:cNvPr id="28" name="Picture 18"/>
          <p:cNvPicPr>
            <a:picLocks noChangeAspect="1"/>
          </p:cNvPicPr>
          <p:nvPr>
            <p:custDataLst>
              <p:tags r:id="rId16"/>
            </p:custDataLst>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272564" y="3879851"/>
            <a:ext cx="342900" cy="342900"/>
          </a:xfrm>
          <a:prstGeom prst="rect">
            <a:avLst/>
          </a:prstGeom>
        </p:spPr>
      </p:pic>
      <p:sp>
        <p:nvSpPr>
          <p:cNvPr id="29" name="AutoShape 19"/>
          <p:cNvSpPr/>
          <p:nvPr>
            <p:custDataLst>
              <p:tags r:id="rId19"/>
            </p:custDataLst>
          </p:nvPr>
        </p:nvSpPr>
        <p:spPr>
          <a:xfrm>
            <a:off x="5748814" y="3813176"/>
            <a:ext cx="2857500" cy="66675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3000" b="1" i="0" u="none" strike="noStrike">
                <a:solidFill>
                  <a:srgbClr val="FFFFFF"/>
                </a:solidFill>
                <a:latin typeface="Poppins"/>
                <a:ea typeface="Poppins"/>
                <a:cs typeface="Poppins"/>
                <a:sym typeface="Poppins"/>
              </a:rPr>
              <a:t>Zero Lag</a:t>
            </a:r>
            <a:endParaRPr lang="en-US" sz="825"/>
          </a:p>
          <a:p>
            <a:pPr marL="0" indent="0" algn="l">
              <a:lnSpc>
                <a:spcPct val="125000"/>
              </a:lnSpc>
            </a:pPr>
            <a:r>
              <a:rPr lang="en-US" sz="1050" b="0" i="0" u="none" strike="noStrike">
                <a:solidFill>
                  <a:srgbClr val="FFFFFF">
                    <a:alpha val="70196"/>
                  </a:srgbClr>
                </a:solidFill>
                <a:latin typeface="Poppins"/>
                <a:ea typeface="Poppins"/>
                <a:cs typeface="Poppins"/>
                <a:sym typeface="Poppins"/>
              </a:rPr>
              <a:t>Simulation &amp; Physical Process — Perfect Real-Time Sync</a:t>
            </a:r>
            <a:endParaRPr lang="en-US" sz="1050" b="0" i="0" u="none" strike="noStrike">
              <a:solidFill>
                <a:srgbClr val="FFFFFF">
                  <a:alpha val="70196"/>
                </a:srgbClr>
              </a:solidFill>
              <a:latin typeface="Poppins"/>
              <a:ea typeface="Poppins"/>
              <a:cs typeface="Poppins"/>
              <a:sym typeface="Poppin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500"/>
                                        <p:tgtEl>
                                          <p:spTgt spid="21"/>
                                        </p:tgtEl>
                                        <p:attrNameLst>
                                          <p:attrName>ppt_y</p:attrName>
                                        </p:attrNameLst>
                                      </p:cBhvr>
                                      <p:tavLst>
                                        <p:tav tm="0">
                                          <p:val>
                                            <p:strVal val="#ppt_y+#ppt_h*1.125000"/>
                                          </p:val>
                                        </p:tav>
                                        <p:tav tm="100000">
                                          <p:val>
                                            <p:strVal val="#ppt_y"/>
                                          </p:val>
                                        </p:tav>
                                      </p:tavLst>
                                    </p:anim>
                                    <p:animEffect transition="in" filter="wipe(up)">
                                      <p:cBhvr>
                                        <p:cTn id="8" dur="500"/>
                                        <p:tgtEl>
                                          <p:spTgt spid="21"/>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p:tgtEl>
                                          <p:spTgt spid="25"/>
                                        </p:tgtEl>
                                        <p:attrNameLst>
                                          <p:attrName>ppt_y</p:attrName>
                                        </p:attrNameLst>
                                      </p:cBhvr>
                                      <p:tavLst>
                                        <p:tav tm="0">
                                          <p:val>
                                            <p:strVal val="#ppt_y+#ppt_h*1.125000"/>
                                          </p:val>
                                        </p:tav>
                                        <p:tav tm="100000">
                                          <p:val>
                                            <p:strVal val="#ppt_y"/>
                                          </p:val>
                                        </p:tav>
                                      </p:tavLst>
                                    </p:anim>
                                    <p:animEffect transition="in" filter="wipe(up)">
                                      <p:cBhvr>
                                        <p:cTn id="14" dur="500"/>
                                        <p:tgtEl>
                                          <p:spTgt spid="25"/>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p:tgtEl>
                                          <p:spTgt spid="29"/>
                                        </p:tgtEl>
                                        <p:attrNameLst>
                                          <p:attrName>ppt_y</p:attrName>
                                        </p:attrNameLst>
                                      </p:cBhvr>
                                      <p:tavLst>
                                        <p:tav tm="0">
                                          <p:val>
                                            <p:strVal val="#ppt_y+#ppt_h*1.125000"/>
                                          </p:val>
                                        </p:tav>
                                        <p:tav tm="100000">
                                          <p:val>
                                            <p:strVal val="#ppt_y"/>
                                          </p:val>
                                        </p:tav>
                                      </p:tavLst>
                                    </p:anim>
                                    <p:animEffect transition="in" filter="wipe(up)">
                                      <p:cBhvr>
                                        <p:cTn id="2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5" grpId="0"/>
      <p:bldP spid="2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7470" y="635"/>
            <a:ext cx="9144000" cy="5719445"/>
          </a:xfrm>
          <a:prstGeom prst="roundRect">
            <a:avLst>
              <a:gd name="adj" fmla="val 0"/>
            </a:avLst>
          </a:prstGeom>
          <a:solidFill>
            <a:srgbClr val="000000">
              <a:alpha val="50000"/>
            </a:srgbClr>
          </a:solidFill>
          <a:ln w="25400" cap="flat" cmpd="sng">
            <a:noFill/>
            <a:prstDash val="solid"/>
            <a:round/>
          </a:ln>
        </p:spPr>
        <p:txBody>
          <a:bodyPr vert="horz" wrap="square" lIns="47625" tIns="47625" rIns="47625" bIns="47625" rtlCol="0" anchor="ctr"/>
          <a:lstStyle/>
          <a:p>
            <a:pPr algn="ctr">
              <a:defRPr/>
            </a:pPr>
            <a:endParaRPr sz="1050"/>
          </a:p>
        </p:txBody>
      </p:sp>
      <p:sp>
        <p:nvSpPr>
          <p:cNvPr id="17" name="文本框 16"/>
          <p:cNvSpPr txBox="1"/>
          <p:nvPr/>
        </p:nvSpPr>
        <p:spPr>
          <a:xfrm>
            <a:off x="3595688" y="450851"/>
            <a:ext cx="4285298" cy="506730"/>
          </a:xfrm>
          <a:prstGeom prst="rect">
            <a:avLst/>
          </a:prstGeom>
          <a:noFill/>
        </p:spPr>
        <p:txBody>
          <a:bodyPr wrap="square" rtlCol="0">
            <a:spAutoFit/>
          </a:bodyPr>
          <a:p>
            <a:r>
              <a:rPr lang="en-US" altLang="zh-CN" sz="2700">
                <a:solidFill>
                  <a:schemeClr val="bg1"/>
                </a:solidFill>
                <a:latin typeface="宋体" panose="02010600030101010101" pitchFamily="2" charset="-122"/>
                <a:ea typeface="宋体" panose="02010600030101010101" pitchFamily="2" charset="-122"/>
                <a:cs typeface="Bradley Hand ITC" panose="03070402050302030203" charset="0"/>
              </a:rPr>
              <a:t>Comparison</a:t>
            </a:r>
            <a:endParaRPr lang="en-US" altLang="zh-CN" sz="2700">
              <a:solidFill>
                <a:schemeClr val="bg1"/>
              </a:solidFill>
              <a:latin typeface="宋体" panose="02010600030101010101" pitchFamily="2" charset="-122"/>
              <a:ea typeface="宋体" panose="02010600030101010101" pitchFamily="2" charset="-122"/>
              <a:cs typeface="Bradley Hand ITC" panose="03070402050302030203" charset="0"/>
            </a:endParaRPr>
          </a:p>
        </p:txBody>
      </p:sp>
      <p:sp>
        <p:nvSpPr>
          <p:cNvPr id="19" name="文本框 18"/>
          <p:cNvSpPr txBox="1"/>
          <p:nvPr/>
        </p:nvSpPr>
        <p:spPr>
          <a:xfrm>
            <a:off x="1002983" y="1256190"/>
            <a:ext cx="7096125" cy="922020"/>
          </a:xfrm>
          <a:prstGeom prst="rect">
            <a:avLst/>
          </a:prstGeom>
          <a:noFill/>
        </p:spPr>
        <p:txBody>
          <a:bodyPr wrap="square" rtlCol="0">
            <a:spAutoFit/>
          </a:bodyPr>
          <a:p>
            <a:r>
              <a:rPr lang="en-US" altLang="zh-CN" sz="1800">
                <a:solidFill>
                  <a:schemeClr val="accent5"/>
                </a:solidFill>
              </a:rPr>
              <a:t>Trade-off </a:t>
            </a:r>
            <a:r>
              <a:rPr lang="zh-CN" altLang="en-US" sz="1800">
                <a:solidFill>
                  <a:schemeClr val="accent5"/>
                </a:solidFill>
                <a:ea typeface="宋体" panose="02010600030101010101" pitchFamily="2" charset="-122"/>
              </a:rPr>
              <a:t>：</a:t>
            </a:r>
            <a:endParaRPr lang="zh-CN" altLang="en-US" sz="1800">
              <a:solidFill>
                <a:srgbClr val="FFFF00"/>
              </a:solidFill>
              <a:ea typeface="宋体" panose="02010600030101010101" pitchFamily="2" charset="-122"/>
            </a:endParaRPr>
          </a:p>
          <a:p>
            <a:r>
              <a:rPr lang="en-US" altLang="zh-CN" sz="1800">
                <a:solidFill>
                  <a:srgbClr val="FFFF00"/>
                </a:solidFill>
              </a:rPr>
              <a:t>AnyLogic PLE 5-hour limit restricted end-to-end output. Measured</a:t>
            </a:r>
            <a:endParaRPr lang="en-US" altLang="zh-CN" sz="1800">
              <a:solidFill>
                <a:srgbClr val="FFFF00"/>
              </a:solidFill>
            </a:endParaRPr>
          </a:p>
          <a:p>
            <a:r>
              <a:rPr lang="en-US" altLang="zh-CN" sz="1800">
                <a:solidFill>
                  <a:srgbClr val="FFFF00"/>
                </a:solidFill>
              </a:rPr>
              <a:t>upstream components instead.</a:t>
            </a:r>
            <a:endParaRPr lang="en-US" altLang="zh-CN" sz="1800">
              <a:solidFill>
                <a:srgbClr val="FFFF00"/>
              </a:solidFill>
            </a:endParaRPr>
          </a:p>
        </p:txBody>
      </p:sp>
      <p:sp>
        <p:nvSpPr>
          <p:cNvPr id="22" name="AutoShape 15"/>
          <p:cNvSpPr/>
          <p:nvPr/>
        </p:nvSpPr>
        <p:spPr>
          <a:xfrm>
            <a:off x="0" y="4860450"/>
            <a:ext cx="9144000" cy="28575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FFFFFF">
                    <a:alpha val="70196"/>
                  </a:srgbClr>
                </a:solidFill>
                <a:latin typeface="Poppins"/>
                <a:ea typeface="Poppins"/>
                <a:cs typeface="Poppins"/>
                <a:sym typeface="Poppins"/>
              </a:rPr>
              <a:t>GitHub: [</a:t>
            </a:r>
            <a:r>
              <a:rPr lang="en-US" altLang="zh-CN" sz="1200" b="0" i="0" u="none" strike="noStrike">
                <a:solidFill>
                  <a:srgbClr val="FFFFFF">
                    <a:alpha val="70196"/>
                  </a:srgbClr>
                </a:solidFill>
                <a:latin typeface="Poppins"/>
                <a:ea typeface="Poppins"/>
                <a:cs typeface="Poppins"/>
                <a:sym typeface="Poppins"/>
              </a:rPr>
              <a:t>https://github.com/etqqq/CS183-T14-Project-Repository</a:t>
            </a:r>
            <a:r>
              <a:rPr lang="en-US" sz="1200" b="0" i="0" u="none" strike="noStrike">
                <a:solidFill>
                  <a:srgbClr val="FFFFFF">
                    <a:alpha val="70196"/>
                  </a:srgbClr>
                </a:solidFill>
                <a:latin typeface="Poppins"/>
                <a:ea typeface="Poppins"/>
                <a:cs typeface="Poppins"/>
                <a:sym typeface="Poppins"/>
              </a:rPr>
              <a:t>]</a:t>
            </a:r>
            <a:endParaRPr lang="en-US" sz="82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 calcmode="lin" valueType="num">
                                      <p:cBhvr additive="base">
                                        <p:cTn id="7" dur="5000" fill="hold"/>
                                        <p:tgtEl>
                                          <p:spTgt spid="19">
                                            <p:txEl>
                                              <p:pRg st="0" end="0"/>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19">
                                            <p:txEl>
                                              <p:pRg st="0" end="0"/>
                                            </p:txEl>
                                          </p:spTgt>
                                        </p:tgtEl>
                                        <p:attrNameLst>
                                          <p:attrName>ppt_y</p:attrName>
                                        </p:attrNameLst>
                                      </p:cBhvr>
                                      <p:tavLst>
                                        <p:tav tm="0">
                                          <p:val>
                                            <p:strVal val="1+#ppt_h/2"/>
                                          </p:val>
                                        </p:tav>
                                        <p:tav tm="100000">
                                          <p:val>
                                            <p:strVal val="#ppt_y"/>
                                          </p:val>
                                        </p:tav>
                                      </p:tavLst>
                                    </p:anim>
                                  </p:childTnLst>
                                </p:cTn>
                              </p:par>
                              <p:par>
                                <p:cTn id="9" presetID="7" presetClass="entr" presetSubtype="4" fill="hold" nodeType="withEffect">
                                  <p:stCondLst>
                                    <p:cond delay="0"/>
                                  </p:stCondLst>
                                  <p:childTnLst>
                                    <p:set>
                                      <p:cBhvr>
                                        <p:cTn id="10" dur="1" fill="hold">
                                          <p:stCondLst>
                                            <p:cond delay="0"/>
                                          </p:stCondLst>
                                        </p:cTn>
                                        <p:tgtEl>
                                          <p:spTgt spid="19">
                                            <p:txEl>
                                              <p:pRg st="1" end="1"/>
                                            </p:txEl>
                                          </p:spTgt>
                                        </p:tgtEl>
                                        <p:attrNameLst>
                                          <p:attrName>style.visibility</p:attrName>
                                        </p:attrNameLst>
                                      </p:cBhvr>
                                      <p:to>
                                        <p:strVal val="visible"/>
                                      </p:to>
                                    </p:set>
                                    <p:anim calcmode="lin" valueType="num">
                                      <p:cBhvr additive="base">
                                        <p:cTn id="11" dur="5000" fill="hold"/>
                                        <p:tgtEl>
                                          <p:spTgt spid="19">
                                            <p:txEl>
                                              <p:pRg st="1" end="1"/>
                                            </p:txEl>
                                          </p:spTgt>
                                        </p:tgtEl>
                                        <p:attrNameLst>
                                          <p:attrName>ppt_x</p:attrName>
                                        </p:attrNameLst>
                                      </p:cBhvr>
                                      <p:tavLst>
                                        <p:tav tm="0">
                                          <p:val>
                                            <p:strVal val="#ppt_x"/>
                                          </p:val>
                                        </p:tav>
                                        <p:tav tm="100000">
                                          <p:val>
                                            <p:strVal val="#ppt_x"/>
                                          </p:val>
                                        </p:tav>
                                      </p:tavLst>
                                    </p:anim>
                                    <p:anim calcmode="lin" valueType="num">
                                      <p:cBhvr additive="base">
                                        <p:cTn id="12" dur="5000" fill="hold"/>
                                        <p:tgtEl>
                                          <p:spTgt spid="19">
                                            <p:txEl>
                                              <p:pRg st="1" end="1"/>
                                            </p:txEl>
                                          </p:spTgt>
                                        </p:tgtEl>
                                        <p:attrNameLst>
                                          <p:attrName>ppt_y</p:attrName>
                                        </p:attrNameLst>
                                      </p:cBhvr>
                                      <p:tavLst>
                                        <p:tav tm="0">
                                          <p:val>
                                            <p:strVal val="1+#ppt_h/2"/>
                                          </p:val>
                                        </p:tav>
                                        <p:tav tm="100000">
                                          <p:val>
                                            <p:strVal val="#ppt_y"/>
                                          </p:val>
                                        </p:tav>
                                      </p:tavLst>
                                    </p:anim>
                                  </p:childTnLst>
                                </p:cTn>
                              </p:par>
                              <p:par>
                                <p:cTn id="13" presetID="7" presetClass="entr" presetSubtype="4" fill="hold" nodeType="withEffect">
                                  <p:stCondLst>
                                    <p:cond delay="0"/>
                                  </p:stCondLst>
                                  <p:childTnLst>
                                    <p:set>
                                      <p:cBhvr>
                                        <p:cTn id="14" dur="1" fill="hold">
                                          <p:stCondLst>
                                            <p:cond delay="0"/>
                                          </p:stCondLst>
                                        </p:cTn>
                                        <p:tgtEl>
                                          <p:spTgt spid="19">
                                            <p:txEl>
                                              <p:pRg st="2" end="2"/>
                                            </p:txEl>
                                          </p:spTgt>
                                        </p:tgtEl>
                                        <p:attrNameLst>
                                          <p:attrName>style.visibility</p:attrName>
                                        </p:attrNameLst>
                                      </p:cBhvr>
                                      <p:to>
                                        <p:strVal val="visible"/>
                                      </p:to>
                                    </p:set>
                                    <p:anim calcmode="lin" valueType="num">
                                      <p:cBhvr additive="base">
                                        <p:cTn id="15" dur="50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16" dur="5000" fill="hold"/>
                                        <p:tgtEl>
                                          <p:spTgt spid="1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7470" y="635"/>
            <a:ext cx="9144000" cy="5719445"/>
          </a:xfrm>
          <a:prstGeom prst="roundRect">
            <a:avLst>
              <a:gd name="adj" fmla="val 0"/>
            </a:avLst>
          </a:prstGeom>
          <a:solidFill>
            <a:srgbClr val="000000">
              <a:alpha val="50000"/>
            </a:srgbClr>
          </a:solidFill>
          <a:ln w="25400" cap="flat" cmpd="sng">
            <a:noFill/>
            <a:prstDash val="solid"/>
            <a:round/>
          </a:ln>
        </p:spPr>
        <p:txBody>
          <a:bodyPr vert="horz" wrap="square" lIns="47625" tIns="47625" rIns="47625" bIns="47625" rtlCol="0" anchor="ctr"/>
          <a:lstStyle/>
          <a:p>
            <a:pPr algn="ctr">
              <a:defRPr/>
            </a:pPr>
            <a:endParaRPr sz="1050"/>
          </a:p>
        </p:txBody>
      </p:sp>
      <p:sp>
        <p:nvSpPr>
          <p:cNvPr id="17" name="文本框 16"/>
          <p:cNvSpPr txBox="1"/>
          <p:nvPr/>
        </p:nvSpPr>
        <p:spPr>
          <a:xfrm>
            <a:off x="2827973" y="450851"/>
            <a:ext cx="4285298" cy="506730"/>
          </a:xfrm>
          <a:prstGeom prst="rect">
            <a:avLst/>
          </a:prstGeom>
          <a:noFill/>
        </p:spPr>
        <p:txBody>
          <a:bodyPr wrap="square" rtlCol="0">
            <a:spAutoFit/>
          </a:bodyPr>
          <a:p>
            <a:r>
              <a:rPr lang="en-US" altLang="zh-CN" sz="2700">
                <a:solidFill>
                  <a:schemeClr val="bg1"/>
                </a:solidFill>
                <a:latin typeface="宋体" panose="02010600030101010101" pitchFamily="2" charset="-122"/>
                <a:ea typeface="宋体" panose="02010600030101010101" pitchFamily="2" charset="-122"/>
                <a:cs typeface="Bradley Hand ITC" panose="03070402050302030203" charset="0"/>
              </a:rPr>
              <a:t>Results &amp; Reflection</a:t>
            </a:r>
            <a:endParaRPr lang="en-US" altLang="zh-CN" sz="2700">
              <a:solidFill>
                <a:schemeClr val="bg1"/>
              </a:solidFill>
              <a:latin typeface="宋体" panose="02010600030101010101" pitchFamily="2" charset="-122"/>
              <a:ea typeface="宋体" panose="02010600030101010101" pitchFamily="2" charset="-122"/>
              <a:cs typeface="Bradley Hand ITC" panose="03070402050302030203" charset="0"/>
            </a:endParaRPr>
          </a:p>
        </p:txBody>
      </p:sp>
      <p:sp>
        <p:nvSpPr>
          <p:cNvPr id="20" name="文本框 19"/>
          <p:cNvSpPr txBox="1"/>
          <p:nvPr/>
        </p:nvSpPr>
        <p:spPr>
          <a:xfrm>
            <a:off x="1051878" y="2741137"/>
            <a:ext cx="6878479" cy="922020"/>
          </a:xfrm>
          <a:prstGeom prst="rect">
            <a:avLst/>
          </a:prstGeom>
          <a:noFill/>
        </p:spPr>
        <p:txBody>
          <a:bodyPr wrap="square" rtlCol="0">
            <a:spAutoFit/>
          </a:bodyPr>
          <a:p>
            <a:r>
              <a:rPr lang="en-US" altLang="zh-CN" sz="1800">
                <a:solidFill>
                  <a:schemeClr val="accent5"/>
                </a:solidFill>
              </a:rPr>
              <a:t>Future Work </a:t>
            </a:r>
            <a:r>
              <a:rPr lang="zh-CN" altLang="en-US" sz="1800">
                <a:solidFill>
                  <a:schemeClr val="accent5"/>
                </a:solidFill>
              </a:rPr>
              <a:t>：</a:t>
            </a:r>
            <a:endParaRPr lang="zh-CN" altLang="en-US" sz="1800">
              <a:solidFill>
                <a:schemeClr val="accent5"/>
              </a:solidFill>
            </a:endParaRPr>
          </a:p>
          <a:p>
            <a:r>
              <a:rPr lang="en-US" altLang="zh-CN" sz="1800">
                <a:solidFill>
                  <a:srgbClr val="FFFF00"/>
                </a:solidFill>
              </a:rPr>
              <a:t>Refine multi-agent coordination to reduce congestion and optimize batch routing strategies.</a:t>
            </a:r>
            <a:endParaRPr lang="en-US" altLang="zh-CN" sz="1800">
              <a:solidFill>
                <a:srgbClr val="FFFF00"/>
              </a:solidFill>
            </a:endParaRPr>
          </a:p>
        </p:txBody>
      </p:sp>
      <p:sp>
        <p:nvSpPr>
          <p:cNvPr id="22" name="AutoShape 15"/>
          <p:cNvSpPr/>
          <p:nvPr/>
        </p:nvSpPr>
        <p:spPr>
          <a:xfrm>
            <a:off x="0" y="4860450"/>
            <a:ext cx="9144000" cy="28575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FFFFFF">
                    <a:alpha val="70196"/>
                  </a:srgbClr>
                </a:solidFill>
                <a:latin typeface="Poppins"/>
                <a:ea typeface="Poppins"/>
                <a:cs typeface="Poppins"/>
                <a:sym typeface="Poppins"/>
              </a:rPr>
              <a:t>GitHub: [</a:t>
            </a:r>
            <a:r>
              <a:rPr lang="en-US" altLang="zh-CN" sz="1200" b="0" i="0" u="none" strike="noStrike">
                <a:solidFill>
                  <a:srgbClr val="FFFFFF">
                    <a:alpha val="70196"/>
                  </a:srgbClr>
                </a:solidFill>
                <a:latin typeface="Poppins"/>
                <a:ea typeface="Poppins"/>
                <a:cs typeface="Poppins"/>
                <a:sym typeface="Poppins"/>
              </a:rPr>
              <a:t>https://github.com/etqqq/CS183-T14-Project-Repository</a:t>
            </a:r>
            <a:r>
              <a:rPr lang="en-US" sz="1200" b="0" i="0" u="none" strike="noStrike">
                <a:solidFill>
                  <a:srgbClr val="FFFFFF">
                    <a:alpha val="70196"/>
                  </a:srgbClr>
                </a:solidFill>
                <a:latin typeface="Poppins"/>
                <a:ea typeface="Poppins"/>
                <a:cs typeface="Poppins"/>
                <a:sym typeface="Poppins"/>
              </a:rPr>
              <a:t>]</a:t>
            </a:r>
            <a:endParaRPr lang="en-US" sz="825"/>
          </a:p>
        </p:txBody>
      </p:sp>
      <p:sp>
        <p:nvSpPr>
          <p:cNvPr id="3" name="文本框 2"/>
          <p:cNvSpPr txBox="1"/>
          <p:nvPr/>
        </p:nvSpPr>
        <p:spPr>
          <a:xfrm>
            <a:off x="1016953" y="1060927"/>
            <a:ext cx="6878479" cy="922020"/>
          </a:xfrm>
          <a:prstGeom prst="rect">
            <a:avLst/>
          </a:prstGeom>
          <a:noFill/>
        </p:spPr>
        <p:txBody>
          <a:bodyPr wrap="square" rtlCol="0">
            <a:spAutoFit/>
          </a:bodyPr>
          <a:p>
            <a:r>
              <a:rPr lang="en-US" altLang="zh-CN" sz="1800">
                <a:solidFill>
                  <a:schemeClr val="accent5"/>
                </a:solidFill>
              </a:rPr>
              <a:t>What worked </a:t>
            </a:r>
            <a:r>
              <a:rPr lang="zh-CN" altLang="en-US" sz="1800">
                <a:solidFill>
                  <a:schemeClr val="accent5"/>
                </a:solidFill>
              </a:rPr>
              <a:t>：</a:t>
            </a:r>
            <a:endParaRPr lang="zh-CN" altLang="en-US" sz="1800">
              <a:solidFill>
                <a:schemeClr val="accent5"/>
              </a:solidFill>
            </a:endParaRPr>
          </a:p>
          <a:p>
            <a:r>
              <a:rPr lang="en-US" altLang="zh-CN" sz="1800">
                <a:solidFill>
                  <a:srgbClr val="FFFF00"/>
                </a:solidFill>
              </a:rPr>
              <a:t>Multi-agent architecture successfully boosted throughput.</a:t>
            </a:r>
            <a:endParaRPr lang="en-US" altLang="zh-CN" sz="1800">
              <a:solidFill>
                <a:srgbClr val="FFFF00"/>
              </a:solidFill>
            </a:endParaRPr>
          </a:p>
          <a:p>
            <a:endParaRPr lang="en-US" altLang="zh-CN" sz="1800">
              <a:solidFill>
                <a:srgbClr val="FFFF00"/>
              </a:solidFill>
            </a:endParaRPr>
          </a:p>
        </p:txBody>
      </p:sp>
      <p:sp>
        <p:nvSpPr>
          <p:cNvPr id="4" name="文本框 3"/>
          <p:cNvSpPr txBox="1"/>
          <p:nvPr/>
        </p:nvSpPr>
        <p:spPr>
          <a:xfrm>
            <a:off x="1016953" y="1878807"/>
            <a:ext cx="6878479" cy="645160"/>
          </a:xfrm>
          <a:prstGeom prst="rect">
            <a:avLst/>
          </a:prstGeom>
          <a:noFill/>
        </p:spPr>
        <p:txBody>
          <a:bodyPr wrap="square" rtlCol="0">
            <a:spAutoFit/>
          </a:bodyPr>
          <a:p>
            <a:r>
              <a:rPr lang="en-US" altLang="zh-CN" sz="1800">
                <a:solidFill>
                  <a:schemeClr val="accent5"/>
                </a:solidFill>
              </a:rPr>
              <a:t>One limitation:</a:t>
            </a:r>
            <a:r>
              <a:rPr lang="zh-CN" altLang="en-US" sz="1800">
                <a:solidFill>
                  <a:schemeClr val="accent5"/>
                </a:solidFill>
              </a:rPr>
              <a:t>：</a:t>
            </a:r>
            <a:endParaRPr lang="zh-CN" altLang="en-US" sz="1800">
              <a:solidFill>
                <a:schemeClr val="accent5"/>
              </a:solidFill>
            </a:endParaRPr>
          </a:p>
          <a:p>
            <a:r>
              <a:rPr lang="en-US" altLang="zh-CN" sz="1800">
                <a:solidFill>
                  <a:srgbClr val="FFFF00"/>
                </a:solidFill>
              </a:rPr>
              <a:t>Simulation constrained by 5-hour PLE memory limits.</a:t>
            </a:r>
            <a:endParaRPr lang="en-US" altLang="zh-CN" sz="1800">
              <a:solidFill>
                <a:srgbClr val="FFFF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3000" fill="hold">
                                          <p:stCondLst>
                                            <p:cond delay="0"/>
                                          </p:stCondLst>
                                        </p:cTn>
                                        <p:tgtEl>
                                          <p:spTgt spid="3">
                                            <p:txEl>
                                              <p:pRg st="0" end="0"/>
                                            </p:txEl>
                                          </p:spTgt>
                                        </p:tgtEl>
                                        <p:attrNameLst>
                                          <p:attrName>style.visibility</p:attrName>
                                        </p:attrNameLst>
                                      </p:cBhvr>
                                      <p:to>
                                        <p:strVal val="visible"/>
                                      </p:to>
                                    </p:set>
                                    <p:anim calcmode="lin" valueType="num">
                                      <p:cBhvr additive="base">
                                        <p:cTn id="7" dur="3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30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7" presetClass="entr" presetSubtype="4" fill="hold" nodeType="withEffect">
                                  <p:stCondLst>
                                    <p:cond delay="0"/>
                                  </p:stCondLst>
                                  <p:childTnLst>
                                    <p:set>
                                      <p:cBhvr>
                                        <p:cTn id="10" dur="3000" fill="hold">
                                          <p:stCondLst>
                                            <p:cond delay="0"/>
                                          </p:stCondLst>
                                        </p:cTn>
                                        <p:tgtEl>
                                          <p:spTgt spid="3">
                                            <p:txEl>
                                              <p:pRg st="1" end="1"/>
                                            </p:txEl>
                                          </p:spTgt>
                                        </p:tgtEl>
                                        <p:attrNameLst>
                                          <p:attrName>style.visibility</p:attrName>
                                        </p:attrNameLst>
                                      </p:cBhvr>
                                      <p:to>
                                        <p:strVal val="visible"/>
                                      </p:to>
                                    </p:set>
                                    <p:anim calcmode="lin" valueType="num">
                                      <p:cBhvr additive="base">
                                        <p:cTn id="11" dur="3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3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7" presetClass="entr" presetSubtype="4" fill="hold" nodeType="clickEffect">
                                  <p:stCondLst>
                                    <p:cond delay="0"/>
                                  </p:stCondLst>
                                  <p:childTnLst>
                                    <p:set>
                                      <p:cBhvr>
                                        <p:cTn id="16" dur="3000" fill="hold">
                                          <p:stCondLst>
                                            <p:cond delay="0"/>
                                          </p:stCondLst>
                                        </p:cTn>
                                        <p:tgtEl>
                                          <p:spTgt spid="4">
                                            <p:txEl>
                                              <p:pRg st="0" end="0"/>
                                            </p:txEl>
                                          </p:spTgt>
                                        </p:tgtEl>
                                        <p:attrNameLst>
                                          <p:attrName>style.visibility</p:attrName>
                                        </p:attrNameLst>
                                      </p:cBhvr>
                                      <p:to>
                                        <p:strVal val="visible"/>
                                      </p:to>
                                    </p:set>
                                    <p:anim calcmode="lin" valueType="num">
                                      <p:cBhvr additive="base">
                                        <p:cTn id="17" dur="30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8" dur="3000" fill="hold"/>
                                        <p:tgtEl>
                                          <p:spTgt spid="4">
                                            <p:txEl>
                                              <p:pRg st="0" end="0"/>
                                            </p:txEl>
                                          </p:spTgt>
                                        </p:tgtEl>
                                        <p:attrNameLst>
                                          <p:attrName>ppt_y</p:attrName>
                                        </p:attrNameLst>
                                      </p:cBhvr>
                                      <p:tavLst>
                                        <p:tav tm="0">
                                          <p:val>
                                            <p:strVal val="1+#ppt_h/2"/>
                                          </p:val>
                                        </p:tav>
                                        <p:tav tm="100000">
                                          <p:val>
                                            <p:strVal val="#ppt_y"/>
                                          </p:val>
                                        </p:tav>
                                      </p:tavLst>
                                    </p:anim>
                                  </p:childTnLst>
                                </p:cTn>
                              </p:par>
                              <p:par>
                                <p:cTn id="19" presetID="7" presetClass="entr" presetSubtype="4" fill="hold" nodeType="withEffect">
                                  <p:stCondLst>
                                    <p:cond delay="0"/>
                                  </p:stCondLst>
                                  <p:childTnLst>
                                    <p:set>
                                      <p:cBhvr>
                                        <p:cTn id="20" dur="3000" fill="hold">
                                          <p:stCondLst>
                                            <p:cond delay="0"/>
                                          </p:stCondLst>
                                        </p:cTn>
                                        <p:tgtEl>
                                          <p:spTgt spid="4">
                                            <p:txEl>
                                              <p:pRg st="1" end="1"/>
                                            </p:txEl>
                                          </p:spTgt>
                                        </p:tgtEl>
                                        <p:attrNameLst>
                                          <p:attrName>style.visibility</p:attrName>
                                        </p:attrNameLst>
                                      </p:cBhvr>
                                      <p:to>
                                        <p:strVal val="visible"/>
                                      </p:to>
                                    </p:set>
                                    <p:anim calcmode="lin" valueType="num">
                                      <p:cBhvr additive="base">
                                        <p:cTn id="21" dur="30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2" dur="30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7" presetClass="entr" presetSubtype="4" fill="hold" nodeType="clickEffect">
                                  <p:stCondLst>
                                    <p:cond delay="0"/>
                                  </p:stCondLst>
                                  <p:childTnLst>
                                    <p:set>
                                      <p:cBhvr>
                                        <p:cTn id="26" dur="1" fill="hold">
                                          <p:stCondLst>
                                            <p:cond delay="0"/>
                                          </p:stCondLst>
                                        </p:cTn>
                                        <p:tgtEl>
                                          <p:spTgt spid="20">
                                            <p:txEl>
                                              <p:pRg st="0" end="0"/>
                                            </p:txEl>
                                          </p:spTgt>
                                        </p:tgtEl>
                                        <p:attrNameLst>
                                          <p:attrName>style.visibility</p:attrName>
                                        </p:attrNameLst>
                                      </p:cBhvr>
                                      <p:to>
                                        <p:strVal val="visible"/>
                                      </p:to>
                                    </p:set>
                                    <p:anim calcmode="lin" valueType="num">
                                      <p:cBhvr additive="base">
                                        <p:cTn id="27" dur="50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28" dur="5000" fill="hold"/>
                                        <p:tgtEl>
                                          <p:spTgt spid="20">
                                            <p:txEl>
                                              <p:pRg st="0" end="0"/>
                                            </p:txEl>
                                          </p:spTgt>
                                        </p:tgtEl>
                                        <p:attrNameLst>
                                          <p:attrName>ppt_y</p:attrName>
                                        </p:attrNameLst>
                                      </p:cBhvr>
                                      <p:tavLst>
                                        <p:tav tm="0">
                                          <p:val>
                                            <p:strVal val="1+#ppt_h/2"/>
                                          </p:val>
                                        </p:tav>
                                        <p:tav tm="100000">
                                          <p:val>
                                            <p:strVal val="#ppt_y"/>
                                          </p:val>
                                        </p:tav>
                                      </p:tavLst>
                                    </p:anim>
                                  </p:childTnLst>
                                </p:cTn>
                              </p:par>
                              <p:par>
                                <p:cTn id="29" presetID="7" presetClass="entr" presetSubtype="4" fill="hold" nodeType="withEffect">
                                  <p:stCondLst>
                                    <p:cond delay="0"/>
                                  </p:stCondLst>
                                  <p:childTnLst>
                                    <p:set>
                                      <p:cBhvr>
                                        <p:cTn id="30" dur="1" fill="hold">
                                          <p:stCondLst>
                                            <p:cond delay="0"/>
                                          </p:stCondLst>
                                        </p:cTn>
                                        <p:tgtEl>
                                          <p:spTgt spid="20">
                                            <p:txEl>
                                              <p:pRg st="1" end="1"/>
                                            </p:txEl>
                                          </p:spTgt>
                                        </p:tgtEl>
                                        <p:attrNameLst>
                                          <p:attrName>style.visibility</p:attrName>
                                        </p:attrNameLst>
                                      </p:cBhvr>
                                      <p:to>
                                        <p:strVal val="visible"/>
                                      </p:to>
                                    </p:set>
                                    <p:anim calcmode="lin" valueType="num">
                                      <p:cBhvr additive="base">
                                        <p:cTn id="31" dur="5000" fill="hold"/>
                                        <p:tgtEl>
                                          <p:spTgt spid="20">
                                            <p:txEl>
                                              <p:pRg st="1" end="1"/>
                                            </p:txEl>
                                          </p:spTgt>
                                        </p:tgtEl>
                                        <p:attrNameLst>
                                          <p:attrName>ppt_x</p:attrName>
                                        </p:attrNameLst>
                                      </p:cBhvr>
                                      <p:tavLst>
                                        <p:tav tm="0">
                                          <p:val>
                                            <p:strVal val="#ppt_x"/>
                                          </p:val>
                                        </p:tav>
                                        <p:tav tm="100000">
                                          <p:val>
                                            <p:strVal val="#ppt_x"/>
                                          </p:val>
                                        </p:tav>
                                      </p:tavLst>
                                    </p:anim>
                                    <p:anim calcmode="lin" valueType="num">
                                      <p:cBhvr additive="base">
                                        <p:cTn id="32" dur="5000" fill="hold"/>
                                        <p:tgtEl>
                                          <p:spTgt spid="2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77470" y="635"/>
            <a:ext cx="9144000" cy="5719445"/>
          </a:xfrm>
          <a:prstGeom prst="roundRect">
            <a:avLst>
              <a:gd name="adj" fmla="val 0"/>
            </a:avLst>
          </a:prstGeom>
          <a:solidFill>
            <a:srgbClr val="000000">
              <a:alpha val="50000"/>
            </a:srgbClr>
          </a:solidFill>
          <a:ln w="25400" cap="flat" cmpd="sng">
            <a:noFill/>
            <a:prstDash val="solid"/>
            <a:round/>
          </a:ln>
        </p:spPr>
        <p:txBody>
          <a:bodyPr vert="horz" wrap="square" lIns="47625" tIns="47625" rIns="47625" bIns="47625" rtlCol="0" anchor="ctr"/>
          <a:lstStyle/>
          <a:p>
            <a:pPr algn="ctr">
              <a:defRPr/>
            </a:pPr>
            <a:endParaRPr sz="1050"/>
          </a:p>
        </p:txBody>
      </p:sp>
      <p:sp>
        <p:nvSpPr>
          <p:cNvPr id="21" name="AutoShape 14"/>
          <p:cNvSpPr/>
          <p:nvPr/>
        </p:nvSpPr>
        <p:spPr>
          <a:xfrm>
            <a:off x="0" y="2484915"/>
            <a:ext cx="9144000" cy="619125"/>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600" b="1" i="0" u="none" strike="noStrike">
                <a:solidFill>
                  <a:srgbClr val="FFFFFF"/>
                </a:solidFill>
                <a:latin typeface="Poppins"/>
                <a:ea typeface="Poppins"/>
                <a:cs typeface="Poppins"/>
                <a:sym typeface="Poppins"/>
              </a:rPr>
              <a:t>Thanks for Watching!</a:t>
            </a:r>
            <a:endParaRPr lang="en-US" sz="825"/>
          </a:p>
        </p:txBody>
      </p:sp>
      <p:sp>
        <p:nvSpPr>
          <p:cNvPr id="22" name="AutoShape 15"/>
          <p:cNvSpPr/>
          <p:nvPr/>
        </p:nvSpPr>
        <p:spPr>
          <a:xfrm>
            <a:off x="0" y="4860450"/>
            <a:ext cx="9144000" cy="28575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FFFFFF">
                    <a:alpha val="70196"/>
                  </a:srgbClr>
                </a:solidFill>
                <a:latin typeface="Poppins"/>
                <a:ea typeface="Poppins"/>
                <a:cs typeface="Poppins"/>
                <a:sym typeface="Poppins"/>
              </a:rPr>
              <a:t>GitHub: [</a:t>
            </a:r>
            <a:r>
              <a:rPr lang="en-US" altLang="zh-CN" sz="1200" b="0" i="0" u="none" strike="noStrike">
                <a:solidFill>
                  <a:srgbClr val="FFFFFF">
                    <a:alpha val="70196"/>
                  </a:srgbClr>
                </a:solidFill>
                <a:latin typeface="Poppins"/>
                <a:ea typeface="Poppins"/>
                <a:cs typeface="Poppins"/>
                <a:sym typeface="Poppins"/>
              </a:rPr>
              <a:t>https://github.com/etqqq/CS183-T14-Project-Repository</a:t>
            </a:r>
            <a:r>
              <a:rPr lang="en-US" sz="1200" b="0" i="0" u="none" strike="noStrike">
                <a:solidFill>
                  <a:srgbClr val="FFFFFF">
                    <a:alpha val="70196"/>
                  </a:srgbClr>
                </a:solidFill>
                <a:latin typeface="Poppins"/>
                <a:ea typeface="Poppins"/>
                <a:cs typeface="Poppins"/>
                <a:sym typeface="Poppins"/>
              </a:rPr>
              <a:t>]</a:t>
            </a:r>
            <a:endParaRPr lang="en-US" sz="825"/>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3000" fill="hold">
                                          <p:stCondLst>
                                            <p:cond delay="0"/>
                                          </p:stCondLst>
                                        </p:cTn>
                                        <p:tgtEl>
                                          <p:spTgt spid="21">
                                            <p:txEl>
                                              <p:pRg st="0" end="0"/>
                                            </p:txEl>
                                          </p:spTgt>
                                        </p:tgtEl>
                                        <p:attrNameLst>
                                          <p:attrName>style.visibility</p:attrName>
                                        </p:attrNameLst>
                                      </p:cBhvr>
                                      <p:to>
                                        <p:strVal val="visible"/>
                                      </p:to>
                                    </p:set>
                                    <p:animEffect transition="in" filter="wipe(down)">
                                      <p:cBhvr>
                                        <p:cTn id="7" dur="30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DIAGRAM_VIRTUALLY_FRAME" val="{&quot;height&quot;:377.07490234375,&quot;left&quot;:446.7,&quot;top&quot;:110.57509765625,&quot;width&quot;:427.7}"/>
</p:tagLst>
</file>

<file path=ppt/tags/tag2.xml><?xml version="1.0" encoding="utf-8"?>
<p:tagLst xmlns:p="http://schemas.openxmlformats.org/presentationml/2006/main">
  <p:tag name="KSO_WM_DIAGRAM_VIRTUALLY_FRAME" val="{&quot;height&quot;:377.07490234375,&quot;left&quot;:446.7,&quot;top&quot;:110.57509765625,&quot;width&quot;:427.7}"/>
</p:tagLst>
</file>

<file path=ppt/tags/tag3.xml><?xml version="1.0" encoding="utf-8"?>
<p:tagLst xmlns:p="http://schemas.openxmlformats.org/presentationml/2006/main">
  <p:tag name="KSO_WM_DIAGRAM_VIRTUALLY_FRAME" val="{&quot;height&quot;:377.07490234375,&quot;left&quot;:446.7,&quot;top&quot;:110.57509765625,&quot;width&quot;:427.7}"/>
</p:tagLst>
</file>

<file path=ppt/tags/tag4.xml><?xml version="1.0" encoding="utf-8"?>
<p:tagLst xmlns:p="http://schemas.openxmlformats.org/presentationml/2006/main">
  <p:tag name="KSO_WM_DIAGRAM_VIRTUALLY_FRAME" val="{&quot;height&quot;:377.07490234375,&quot;left&quot;:446.7,&quot;top&quot;:110.57509765625,&quot;width&quot;:427.7}"/>
</p:tagLst>
</file>

<file path=ppt/tags/tag5.xml><?xml version="1.0" encoding="utf-8"?>
<p:tagLst xmlns:p="http://schemas.openxmlformats.org/presentationml/2006/main">
  <p:tag name="KSO_WM_DIAGRAM_VIRTUALLY_FRAME" val="{&quot;height&quot;:377.07490234375,&quot;left&quot;:446.7,&quot;top&quot;:110.57509765625,&quot;width&quot;:427.7}"/>
</p:tagLst>
</file>

<file path=ppt/tags/tag6.xml><?xml version="1.0" encoding="utf-8"?>
<p:tagLst xmlns:p="http://schemas.openxmlformats.org/presentationml/2006/main">
  <p:tag name="KSO_WM_DIAGRAM_VIRTUALLY_FRAME" val="{&quot;height&quot;:377.07490234375,&quot;left&quot;:446.7,&quot;top&quot;:110.57509765625,&quot;width&quot;:427.7}"/>
</p:tagLst>
</file>

<file path=ppt/tags/tag7.xml><?xml version="1.0" encoding="utf-8"?>
<p:tagLst xmlns:p="http://schemas.openxmlformats.org/presentationml/2006/main">
  <p:tag name="KSO_WM_DIAGRAM_VIRTUALLY_FRAME" val="{&quot;height&quot;:377.07490234375,&quot;left&quot;:446.7,&quot;top&quot;:110.57509765625,&quot;width&quot;:427.7}"/>
</p:tagLst>
</file>

<file path=ppt/tags/tag8.xml><?xml version="1.0" encoding="utf-8"?>
<p:tagLst xmlns:p="http://schemas.openxmlformats.org/presentationml/2006/main">
  <p:tag name="KSO_WM_DIAGRAM_VIRTUALLY_FRAME" val="{&quot;height&quot;:377.07490234375,&quot;left&quot;:446.7,&quot;top&quot;:110.57509765625,&quot;width&quot;:427.7}"/>
</p:tagLst>
</file>

<file path=ppt/tags/tag9.xml><?xml version="1.0" encoding="utf-8"?>
<p:tagLst xmlns:p="http://schemas.openxmlformats.org/presentationml/2006/main">
  <p:tag name="KSO_WM_DIAGRAM_VIRTUALLY_FRAME" val="{&quot;height&quot;:337.79992125984256,&quot;left&quot;:400.1625,&quot;top&quot;:114.25007874015748,&quot;width&quot;:513.3875}"/>
</p:tagLst>
</file>

<file path=ppt/tags/tag10.xml><?xml version="1.0" encoding="utf-8"?>
<p:tagLst xmlns:p="http://schemas.openxmlformats.org/presentationml/2006/main">
  <p:tag name="KSO_WM_DIAGRAM_VIRTUALLY_FRAME" val="{&quot;height&quot;:337.79992125984256,&quot;left&quot;:400.1625,&quot;top&quot;:114.25007874015748,&quot;width&quot;:513.3875}"/>
</p:tagLst>
</file>

<file path=ppt/tags/tag11.xml><?xml version="1.0" encoding="utf-8"?>
<p:tagLst xmlns:p="http://schemas.openxmlformats.org/presentationml/2006/main">
  <p:tag name="KSO_WM_DIAGRAM_VIRTUALLY_FRAME" val="{&quot;height&quot;:337.79992125984256,&quot;left&quot;:400.1625,&quot;top&quot;:114.25007874015748,&quot;width&quot;:513.3875}"/>
</p:tagLst>
</file>

<file path=ppt/tags/tag12.xml><?xml version="1.0" encoding="utf-8"?>
<p:tagLst xmlns:p="http://schemas.openxmlformats.org/presentationml/2006/main">
  <p:tag name="KSO_WM_DIAGRAM_VIRTUALLY_FRAME" val="{&quot;height&quot;:337.79992125984256,&quot;left&quot;:400.1625,&quot;top&quot;:114.25007874015748,&quot;width&quot;:513.3875}"/>
</p:tagLst>
</file>

<file path=ppt/tags/tag13.xml><?xml version="1.0" encoding="utf-8"?>
<p:tagLst xmlns:p="http://schemas.openxmlformats.org/presentationml/2006/main">
  <p:tag name="KSO_WM_DIAGRAM_VIRTUALLY_FRAME" val="{&quot;height&quot;:337.79992125984256,&quot;left&quot;:400.1625,&quot;top&quot;:114.25007874015748,&quot;width&quot;:513.3875}"/>
</p:tagLst>
</file>

<file path=ppt/tags/tag14.xml><?xml version="1.0" encoding="utf-8"?>
<p:tagLst xmlns:p="http://schemas.openxmlformats.org/presentationml/2006/main">
  <p:tag name="KSO_WM_DIAGRAM_VIRTUALLY_FRAME" val="{&quot;height&quot;:337.79992125984256,&quot;left&quot;:400.1625,&quot;top&quot;:114.25007874015748,&quot;width&quot;:513.3875}"/>
</p:tagLst>
</file>

<file path=ppt/tags/tag15.xml><?xml version="1.0" encoding="utf-8"?>
<p:tagLst xmlns:p="http://schemas.openxmlformats.org/presentationml/2006/main">
  <p:tag name="KSO_WM_DIAGRAM_VIRTUALLY_FRAME" val="{&quot;height&quot;:337.79992125984256,&quot;left&quot;:400.1625,&quot;top&quot;:114.25007874015748,&quot;width&quot;:513.3875}"/>
</p:tagLst>
</file>

<file path=ppt/tags/tag16.xml><?xml version="1.0" encoding="utf-8"?>
<p:tagLst xmlns:p="http://schemas.openxmlformats.org/presentationml/2006/main">
  <p:tag name="KSO_WM_DIAGRAM_VIRTUALLY_FRAME" val="{&quot;height&quot;:337.79992125984256,&quot;left&quot;:400.1625,&quot;top&quot;:114.25007874015748,&quot;width&quot;:513.3875}"/>
</p:tagLst>
</file>

<file path=ppt/tags/tag17.xml><?xml version="1.0" encoding="utf-8"?>
<p:tagLst xmlns:p="http://schemas.openxmlformats.org/presentationml/2006/main">
  <p:tag name="KSO_WM_DIAGRAM_VIRTUALLY_FRAME" val="{&quot;height&quot;:337.79992125984256,&quot;left&quot;:400.1625,&quot;top&quot;:114.25007874015748,&quot;width&quot;:513.3875}"/>
</p:tagLst>
</file>

<file path=ppt/tags/tag18.xml><?xml version="1.0" encoding="utf-8"?>
<p:tagLst xmlns:p="http://schemas.openxmlformats.org/presentationml/2006/main">
  <p:tag name="KSO_WM_DIAGRAM_VIRTUALLY_FRAME" val="{&quot;height&quot;:337.79992125984256,&quot;left&quot;:400.1625,&quot;top&quot;:114.25007874015748,&quot;width&quot;:513.3875}"/>
</p:tagLst>
</file>

<file path=ppt/tags/tag19.xml><?xml version="1.0" encoding="utf-8"?>
<p:tagLst xmlns:p="http://schemas.openxmlformats.org/presentationml/2006/main">
  <p:tag name="KSO_WM_DIAGRAM_VIRTUALLY_FRAME" val="{&quot;height&quot;:337.79992125984256,&quot;left&quot;:400.1625,&quot;top&quot;:114.25007874015748,&quot;width&quot;:513.3875}"/>
</p:tagLst>
</file>

<file path=ppt/tags/tag20.xml><?xml version="1.0" encoding="utf-8"?>
<p:tagLst xmlns:p="http://schemas.openxmlformats.org/presentationml/2006/main">
  <p:tag name="KSO_WM_DIAGRAM_VIRTUALLY_FRAME" val="{&quot;height&quot;:337.79992125984256,&quot;left&quot;:400.1625,&quot;top&quot;:114.25007874015748,&quot;width&quot;:513.3875}"/>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1259</Words>
  <Application>WPS 演示</Application>
  <PresentationFormat/>
  <Paragraphs>76</Paragraphs>
  <Slides>7</Slides>
  <Notes>0</Notes>
  <HiddenSlides>0</HiddenSlides>
  <MMClips>0</MMClips>
  <ScaleCrop>false</ScaleCrop>
  <HeadingPairs>
    <vt:vector size="6" baseType="variant">
      <vt:variant>
        <vt:lpstr>已用的字体</vt:lpstr>
      </vt:variant>
      <vt:variant>
        <vt:i4>11</vt:i4>
      </vt:variant>
      <vt:variant>
        <vt:lpstr>主题</vt:lpstr>
      </vt:variant>
      <vt:variant>
        <vt:i4>4</vt:i4>
      </vt:variant>
      <vt:variant>
        <vt:lpstr>幻灯片标题</vt:lpstr>
      </vt:variant>
      <vt:variant>
        <vt:i4>7</vt:i4>
      </vt:variant>
    </vt:vector>
  </HeadingPairs>
  <TitlesOfParts>
    <vt:vector size="22" baseType="lpstr">
      <vt:lpstr>Arial</vt:lpstr>
      <vt:lpstr>宋体</vt:lpstr>
      <vt:lpstr>Wingdings</vt:lpstr>
      <vt:lpstr>Arial</vt:lpstr>
      <vt:lpstr>Poppins</vt:lpstr>
      <vt:lpstr>Segoe Print</vt:lpstr>
      <vt:lpstr>Bradley Hand ITC</vt:lpstr>
      <vt:lpstr>微软雅黑</vt:lpstr>
      <vt:lpstr>Arial Unicode MS</vt:lpstr>
      <vt:lpstr>Poppins</vt:lpstr>
      <vt:lpstr>A new day begins</vt:lpstr>
      <vt:lpstr>Office 主题​​</vt:lpstr>
      <vt:lpstr>默认主题</vt:lpstr>
      <vt:lpstr>1_默认主题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国名上的道理</cp:lastModifiedBy>
  <cp:revision>14</cp:revision>
  <dcterms:created xsi:type="dcterms:W3CDTF">2026-06-08T14:07:00Z</dcterms:created>
  <dcterms:modified xsi:type="dcterms:W3CDTF">2026-06-10T14:13:19Z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{"Label":"1","ContentProducer":"001191110102MACQD9K64010000","ProduceID":"7648994459992083401","ReservedCode1":"","ContentPropagator":"","PropagateID":"","ReservedCode2":""}</vt:lpwstr>
  </property>
  <property fmtid="{D5CDD505-2E9C-101B-9397-08002B2CF9AE}" pid="3" name="KSOProductBuildVer">
    <vt:lpwstr>2052-12.1.0.26895</vt:lpwstr>
  </property>
  <property fmtid="{D5CDD505-2E9C-101B-9397-08002B2CF9AE}" pid="4" name="ICV">
    <vt:lpwstr>DCD575E73BAD429C9E59817A122E563A_13</vt:lpwstr>
  </property>
</Properties>
</file>